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20a6295644f4f" /><Relationship Type="http://schemas.openxmlformats.org/officeDocument/2006/relationships/extended-properties" Target="/docProps/app.xml" Id="Rddb843a23a2846db" /><Relationship Type="http://schemas.openxmlformats.org/officeDocument/2006/relationships/officeDocument" Target="/ppt/presentation.xml" Id="Rc72af55b0a02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71fbe5a9e4063"/>
  </p:sldMasterIdLst>
  <p:notesMasterIdLst>
    <p:notesMasterId xmlns:r="http://schemas.openxmlformats.org/officeDocument/2006/relationships" r:id="Rc70c740e9fe7445f"/>
  </p:notesMasterIdLst>
  <p:sldIdLst>
    <p:sldId xmlns:r="http://schemas.openxmlformats.org/officeDocument/2006/relationships" id="256" r:id="R535ecb2532854c8e"/>
    <p:sldId xmlns:r="http://schemas.openxmlformats.org/officeDocument/2006/relationships" id="257" r:id="Rfc6ff47485dd472c"/>
    <p:sldId xmlns:r="http://schemas.openxmlformats.org/officeDocument/2006/relationships" id="258" r:id="Ra3935e99533c4b21"/>
    <p:sldId xmlns:r="http://schemas.openxmlformats.org/officeDocument/2006/relationships" id="259" r:id="Rb7fb26d279ce4873"/>
    <p:sldId xmlns:r="http://schemas.openxmlformats.org/officeDocument/2006/relationships" id="260" r:id="Rd3816a15a8ee487a"/>
    <p:sldId xmlns:r="http://schemas.openxmlformats.org/officeDocument/2006/relationships" id="261" r:id="R897303ce512a45ac"/>
    <p:sldId xmlns:r="http://schemas.openxmlformats.org/officeDocument/2006/relationships" id="262" r:id="Rce2cabc545cc4272"/>
    <p:sldId xmlns:r="http://schemas.openxmlformats.org/officeDocument/2006/relationships" id="263" r:id="Re696aa0116a44bd8"/>
    <p:sldId xmlns:r="http://schemas.openxmlformats.org/officeDocument/2006/relationships" id="264" r:id="Rb43fbddee23e46cf"/>
    <p:sldId xmlns:r="http://schemas.openxmlformats.org/officeDocument/2006/relationships" id="265" r:id="R0acbb2c1812e4c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eb6c2a51b4e58" /><Relationship Type="http://schemas.openxmlformats.org/officeDocument/2006/relationships/slideMaster" Target="/ppt/slideMasters/slideMaster1.xml" Id="R15971fbe5a9e4063" /><Relationship Type="http://schemas.openxmlformats.org/officeDocument/2006/relationships/notesMaster" Target="/ppt/notesMasters/notesMaster1.xml" Id="Rc70c740e9fe7445f" /><Relationship Type="http://schemas.openxmlformats.org/officeDocument/2006/relationships/presProps" Target="/ppt/presProps.xml" Id="Rdf1c6f5baab645c0" /><Relationship Type="http://schemas.openxmlformats.org/officeDocument/2006/relationships/tableStyles" Target="/ppt/tableStyles.xml" Id="R6ab3f13bda824455" /><Relationship Type="http://schemas.openxmlformats.org/officeDocument/2006/relationships/slide" Target="/ppt/slides/slide1.xml" Id="R535ecb2532854c8e" /><Relationship Type="http://schemas.openxmlformats.org/officeDocument/2006/relationships/slide" Target="/ppt/slides/slide2.xml" Id="Rfc6ff47485dd472c" /><Relationship Type="http://schemas.openxmlformats.org/officeDocument/2006/relationships/slide" Target="/ppt/slides/slide3.xml" Id="Ra3935e99533c4b21" /><Relationship Type="http://schemas.openxmlformats.org/officeDocument/2006/relationships/slide" Target="/ppt/slides/slide4.xml" Id="Rb7fb26d279ce4873" /><Relationship Type="http://schemas.openxmlformats.org/officeDocument/2006/relationships/slide" Target="/ppt/slides/slide5.xml" Id="Rd3816a15a8ee487a" /><Relationship Type="http://schemas.openxmlformats.org/officeDocument/2006/relationships/slide" Target="/ppt/slides/slide6.xml" Id="R897303ce512a45ac" /><Relationship Type="http://schemas.openxmlformats.org/officeDocument/2006/relationships/slide" Target="/ppt/slides/slide7.xml" Id="Rce2cabc545cc4272" /><Relationship Type="http://schemas.openxmlformats.org/officeDocument/2006/relationships/slide" Target="/ppt/slides/slide8.xml" Id="Re696aa0116a44bd8" /><Relationship Type="http://schemas.openxmlformats.org/officeDocument/2006/relationships/slide" Target="/ppt/slides/slide9.xml" Id="Rb43fbddee23e46cf" /><Relationship Type="http://schemas.openxmlformats.org/officeDocument/2006/relationships/slide" Target="/ppt/slides/slide10.xml" Id="R0acbb2c1812e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09b7bca75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d9a3653fc47a6" /><Relationship Type="http://schemas.openxmlformats.org/officeDocument/2006/relationships/notesMaster" Target="/ppt/notesMasters/notesMaster1.xml" Id="R9945f2482ca649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6a15a0e6347b0" /><Relationship Type="http://schemas.openxmlformats.org/officeDocument/2006/relationships/notesMaster" Target="/ppt/notesMasters/notesMaster1.xml" Id="Rb2acf68fcd924a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1454e41b645ae" /><Relationship Type="http://schemas.openxmlformats.org/officeDocument/2006/relationships/notesMaster" Target="/ppt/notesMasters/notesMaster1.xml" Id="R5fead05ec43b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8d9dfe1fcc4460" /><Relationship Type="http://schemas.openxmlformats.org/officeDocument/2006/relationships/notesMaster" Target="/ppt/notesMasters/notesMaster1.xml" Id="Rb67f2ab7c3de49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747be78a3a4f2f" /><Relationship Type="http://schemas.openxmlformats.org/officeDocument/2006/relationships/notesMaster" Target="/ppt/notesMasters/notesMaster1.xml" Id="R706f929b71a84a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ea250201904f3a" /><Relationship Type="http://schemas.openxmlformats.org/officeDocument/2006/relationships/notesMaster" Target="/ppt/notesMasters/notesMaster1.xml" Id="R99f1102f878240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d6f67d6ff444ea" /><Relationship Type="http://schemas.openxmlformats.org/officeDocument/2006/relationships/notesMaster" Target="/ppt/notesMasters/notesMaster1.xml" Id="Rdb428f0dd2f0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49f967c8c4221" /><Relationship Type="http://schemas.openxmlformats.org/officeDocument/2006/relationships/notesMaster" Target="/ppt/notesMasters/notesMaster1.xml" Id="R4b44f630da3043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b62dbe67684672" /><Relationship Type="http://schemas.openxmlformats.org/officeDocument/2006/relationships/notesMaster" Target="/ppt/notesMasters/notesMaster1.xml" Id="Rdf22eb0574064d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385b6b990145b1" /><Relationship Type="http://schemas.openxmlformats.org/officeDocument/2006/relationships/notesMaster" Target="/ppt/notesMasters/notesMaster1.xml" Id="R9e1aa1c8caa9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20 seconds. Ask the research question aloud and state why it matters. Replace all bracketed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35 seconds. Define only the context required to understand the question. Cite the primary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40 seconds. State the contribution even if the prediction is unsupported.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60 seconds. Make the evidence object identifiable before discussing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70 seconds. Explain only the mechanism needed to interpret the result. Move full architecture to backup.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110 seconds. Replace the schematic. State what the result supports and what it does not establish.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55 seconds. Show one qualification that changes how the central result should be interpreted.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55 seconds. Do not introduce a new result. State the limitation before the final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45 seconds. State required data, compute, skills, approvals, and current research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30 seconds. End with the established claim, unresolved question, and next experiment. Verify the release identifier.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9871b264d44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fb6511a56480f" /><Relationship Type="http://schemas.openxmlformats.org/officeDocument/2006/relationships/slideLayout" Target="/ppt/slideLayouts/slideLayout1.xml" Id="R39ce7ae80c2d43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e7ae80c2d43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ba178fe244584" /><Relationship Type="http://schemas.openxmlformats.org/officeDocument/2006/relationships/notesSlide" Target="/ppt/notesSlides/notesSlide1.xml" Id="Rcfc2ac9c76c54f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fd0dc3d0641d5" /><Relationship Type="http://schemas.openxmlformats.org/officeDocument/2006/relationships/notesSlide" Target="/ppt/notesSlides/notesSlide2.xml" Id="R4147c5f3d0d94a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9a4591ac44d6" /><Relationship Type="http://schemas.openxmlformats.org/officeDocument/2006/relationships/notesSlide" Target="/ppt/notesSlides/notesSlide3.xml" Id="R80f9009c2dec45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c986c980247e7" /><Relationship Type="http://schemas.openxmlformats.org/officeDocument/2006/relationships/notesSlide" Target="/ppt/notesSlides/notesSlide4.xml" Id="R9c210cd274ac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e7436fd894acc" /><Relationship Type="http://schemas.openxmlformats.org/officeDocument/2006/relationships/notesSlide" Target="/ppt/notesSlides/notesSlide5.xml" Id="R15a8e29ae95c4d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329ef5ef44b8e" /><Relationship Type="http://schemas.openxmlformats.org/officeDocument/2006/relationships/notesSlide" Target="/ppt/notesSlides/notesSlide6.xml" Id="R1adb25b65e2147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401390cb4a92" /><Relationship Type="http://schemas.openxmlformats.org/officeDocument/2006/relationships/notesSlide" Target="/ppt/notesSlides/notesSlide7.xml" Id="R9fd596fe0e614e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43497126412b" /><Relationship Type="http://schemas.openxmlformats.org/officeDocument/2006/relationships/notesSlide" Target="/ppt/notesSlides/notesSlide8.xml" Id="R0dd51511d6ca40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5f3893de24479" /><Relationship Type="http://schemas.openxmlformats.org/officeDocument/2006/relationships/notesSlide" Target="/ppt/notesSlides/notesSlide9.xml" Id="Rd0cb2339ec1746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e9ddf7ca6486f" /><Relationship Type="http://schemas.openxmlformats.org/officeDocument/2006/relationships/notesSlide" Target="/ppt/notesSlides/notesSlide10.xml" Id="Rb5bf318a38c0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9193-A95F-4AB3-AA50-20682CF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02FBD-E7B2-4BE7-9B91-067B846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0012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[Research question as the title]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F885B-124B-4511-98C9-0937E95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[Student name]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D490-6FDC-4914-805C-3EDBA4DF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64D1-F671-4FAB-BEDB-BD2EE98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7675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7D6D1-1DB8-4CE7-973E-E3DC300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863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[Repository release or short commit]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8BC22-2664-440A-8A2F-83105A1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238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Replace every bracketed prompt</a:t>
            </a:r>
          </a:p>
        </p:txBody>
      </p:sp>
    </p:spTree>
    <p:extLst>
      <p:ext uri="{BB962C8B-B14F-4D97-AF65-F5344CB8AC3E}">
        <p14:creationId xmlns:p14="http://schemas.microsoft.com/office/powerpoint/2010/main" val="161007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131C7-3A8C-4487-ADB1-D2ADDDB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[The population faces a specific unresolved problem]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0616C-24FC-435D-8FB8-3F040D62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A5642-33F5-4632-95E3-06B0A77C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158AC-7462-477D-9214-A25A0EA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854A7-1C60-48CF-B304-90B3AA30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146CB-F588-4257-A405-12D98CE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576FB-3571-4919-9B96-00B83933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[Intended decision or scientific use]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18EE7-1195-4113-8C9F-58AB370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92816-5097-4084-9206-996A899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26FD5-4723-4A70-AC34-8AE6ED2C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[Unit and target]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E2020-CBB1-4AF0-AA78-C81F9E8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17A04-0AD6-422E-92B7-D604180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POPULATION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560A7-158B-4707-B880-5080884A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[Who or what is covered]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CC2F-5C9F-4E76-80A8-6F535471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13197-DE83-41CC-959E-99F15D5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5B492-F185-4234-B3F3-06341D89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[One primary-source gap]</a:t>
            </a:r>
          </a:p>
        </p:txBody>
      </p:sp>
    </p:spTree>
    <p:extLst>
      <p:ext uri="{BB962C8B-B14F-4D97-AF65-F5344CB8AC3E}">
        <p14:creationId xmlns:p14="http://schemas.microsoft.com/office/powerpoint/2010/main" val="1898958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5FC66-686D-40C2-9A2E-D17C66CE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[The project tests whether X changes Y under Z]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05BA7-37AE-436E-B0E0-6ACC8B7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077EF-283D-4DB1-B8C1-CA5F2432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DECF-5D08-4C40-A4BA-5DCDE1A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362A9-A80D-4A49-BC2F-0619F8C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14D93-908A-43EB-88EB-2DDE4DC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383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[Bounded research question and directional prediction]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886FB-392C-4902-892A-EBD41222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858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C5285-96AF-4BFE-8BAE-08D85EE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[Baseline] versus [controlled factor] under [fixed protocol]</a:t>
            </a:r>
          </a:p>
        </p:txBody>
      </p:sp>
    </p:spTree>
    <p:extLst>
      <p:ext uri="{BB962C8B-B14F-4D97-AF65-F5344CB8AC3E}">
        <p14:creationId xmlns:p14="http://schemas.microsoft.com/office/powerpoint/2010/main" val="84186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9D19B-966F-4AE7-8270-87289097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[The evaluation isolates the intended comparison]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B0047-A857-4DA6-AEF0-16B360B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89362-7D2E-4D72-8937-D651ECBC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F5E30-9124-4283-81E8-5BC635F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1381125"/>
          <a:ext xmlns:a="http://schemas.openxmlformats.org/drawingml/2006/main" cx="10096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858000"/>
              </a:tblGrid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 item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Replace with final value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Data +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[version, population, license]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Split roles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[train / validation / locked test]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[simple reference]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[definition + direction]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[validation rule]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Variation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[seeds, folds, sites, or samples]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918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440F0-0BB1-4296-851F-2AAED2BA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[Mechanism that connects method to hypothesis]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1C38C-9DE2-41B9-8FB2-2FE999B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6938F-5291-4DCF-86EB-30DA3C3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BDBC5-AD18-4E29-A047-888F90C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0E20-1E9B-48B7-996C-B0461AD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9FD02-BE79-44EA-AEBA-E5828A03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96D71-A919-4283-A18A-5A0CB32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[shape + meaning]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A812C-724F-4F4C-88BA-EFE32EF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EA575-E83A-443D-AE3F-04D23AD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645BB-3FBF-4984-85C3-EDB80160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38970-04D1-443A-9737-F0C3EFC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[reference]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1F643-3821-41C1-9B87-35C3692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247EB-99EE-4524-81BE-BD254DD8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F8BC2-22BC-4678-971D-91EC5209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D73D4-4E0A-4F4E-A943-9F01260D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[controlled factor]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F5DDC-2A94-4E6B-A019-7C66F709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1C440-4C48-485F-B6F7-EDC1A36C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90A05-8DC9-46C3-9E7B-63B70FA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1F58B-86B9-4FF8-921C-0CA0957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[prediction]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680C9-D941-457C-B02F-5D63D8A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AACF8-ECCA-465A-BEC0-1E2A7CE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B7B8B-EF12-4A91-8A24-C884B4FC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6CC53-63E6-4CD3-93A4-FAC85EC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[metric]</a:t>
            </a:r>
          </a:p>
        </p:txBody>
      </p:sp>
    </p:spTree>
    <p:extLst>
      <p:ext uri="{BB962C8B-B14F-4D97-AF65-F5344CB8AC3E}">
        <p14:creationId xmlns:p14="http://schemas.microsoft.com/office/powerpoint/2010/main" val="877045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42CA0-AC61-48FE-A584-FDCA5A4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[Observed comparison with direction and boundary]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22C30-3C63-48BF-833F-FA8E1927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E118-3810-4814-B345-4E88DB7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49199-EA23-48C6-96BC-296066A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4ED7E-19B7-4837-AF0F-11D9065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581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EAD35-2099-41CA-8334-F4C8BC7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43125"/>
            <a:ext cx="661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92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[Replace with one focused result figure or table]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29A7A-9AA3-40C6-8257-DB9117C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077C8-F881-4E00-A957-88BAD32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1143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0A15F-5BBC-4F75-AD2C-4F05A138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143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BC24C-D9A5-4444-B8E3-79798F9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[baseline]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9B331-DF9B-4CF6-8EA9-55E13BA1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[treatment]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226DC-0622-45C3-9106-9232BDC0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35FE3-5817-4FA0-80CF-457D3FAB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[metric + direction]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AFCEE-D15A-41DD-AB58-141F939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543FE-50B2-49A1-BAEF-4871FE5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[sample or seed count]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299C8-4122-452E-B959-7EFB1C73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654E2-414C-4FF0-9107-B3BB6A19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[uncertainty]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B9081-F83D-45CB-AC72-0450E291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FA558-D1A9-4DC6-BB48-6A7128A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[test status]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61553-D514-4DCA-AA4B-ABB24259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8BA05-92E0-46FA-8212-6CEC643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[result ID]</a:t>
            </a:r>
          </a:p>
        </p:txBody>
      </p:sp>
    </p:spTree>
    <p:extLst>
      <p:ext uri="{BB962C8B-B14F-4D97-AF65-F5344CB8AC3E}">
        <p14:creationId xmlns:p14="http://schemas.microsoft.com/office/powerpoint/2010/main" val="162052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FD2F2-CB8C-4BC2-8596-A8FC36F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[Specific error, subgroup, or robustness finding]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D5062-C172-41B6-AA5A-8370039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7FA95-B86B-4820-8D13-205FD62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E3AEC-7475-478C-A1E7-98F0E024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C5B69-636F-4E8E-9782-EF4A7DA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784BE-0A6E-44E7-AA98-6C1A914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14326-0AD5-4067-B189-FF46C43D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[Pattern in held-out evidence]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63262-8057-4E52-B357-5558146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B3609-35E1-4388-9B95-C226326A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C1898-1AFD-416B-AB69-8C05EAC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[How examples were chosen]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7500F-0406-4F60-B70A-C7AA5E51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C3D4B-1EE6-44E5-8857-812C7BF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3EE05-D3DC-4BCB-BB5B-6C8C4BF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[How interpretation changes]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198BB-DB07-4AD8-92CB-03E3675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00475"/>
            <a:ext cx="52959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6006D-D1A4-4492-BC98-9D8330F0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DE158-34B2-4A99-8886-987AAB1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4838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[Next robustness test]</a:t>
            </a:r>
          </a:p>
        </p:txBody>
      </p:sp>
    </p:spTree>
    <p:extLst>
      <p:ext uri="{BB962C8B-B14F-4D97-AF65-F5344CB8AC3E}">
        <p14:creationId xmlns:p14="http://schemas.microsoft.com/office/powerpoint/2010/main" val="1781133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D51C3-645C-4C32-B992-3E085FC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[Strongest supported claim and its boundary]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BDC7A-0608-4DEB-ABD4-010F3C1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AFED2-35CC-4001-B035-36B95BC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FFFE4-763E-47FC-A8FB-1ED1BAF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072BA-6EA8-4F49-9A46-900621A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786F-27AB-4DCD-B350-75FCBC54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383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Because [boundary], the project does not establish [affected claim].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809C7-DA2F-494E-9D92-4C38A0B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858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7D58-2B93-486E-AE45-E2FFD20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may [consequence]. The current evidence supports [bounded conclusion].</a:t>
            </a:r>
          </a:p>
        </p:txBody>
      </p:sp>
    </p:spTree>
    <p:extLst>
      <p:ext uri="{BB962C8B-B14F-4D97-AF65-F5344CB8AC3E}">
        <p14:creationId xmlns:p14="http://schemas.microsoft.com/office/powerpoint/2010/main" val="1268940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8D180-6BA4-491F-8ABD-669B255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[Experiment that separates explanation A from B]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AF7D8-60F2-4FA6-83BA-CBE910E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484E8-06EF-4383-B81D-55CC929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6B8AD-56AB-4CD7-8D6B-381CBBD6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2BCFB-2C97-46FA-B605-AD3C703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1DDFF-94FB-414D-8BC2-A620CE33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BB151-6C10-4DEE-B6A4-6FB4A8B8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[observed]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30DDD-8899-4442-91FF-D8F89B2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87BD0-415E-4C6E-A3EF-EF20E46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31326-3D89-498D-A3FC-FA6BFB85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CD28F-B1B9-4D29-B9CA-696BA83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[prediction A]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64597-75B4-4D82-9E0E-59E75E5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38613-B38F-40B6-A5AE-ECE584C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A57AA-6FD5-46AF-BFA5-CAC3633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AF31B-B58A-4D8F-B3A7-BA9C8EC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[prediction B]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3B5B1-D70A-486D-BEB3-670E5A1D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9B814-49FA-4E83-8FEE-6F77A4C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C4FAF-D126-4307-B8EE-0F986DA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F8AB7-684B-4289-B60F-2EBE7D11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[controlled experiment]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8C048-D09D-40D5-B0FD-71D187C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93B1C-73E1-48D5-9779-79E6CFC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01CF5-EB70-4403-BC04-AB5ABF7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83336-86E3-4947-BCFD-3221D9B4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[metric + threshold]</a:t>
            </a:r>
          </a:p>
        </p:txBody>
      </p:sp>
    </p:spTree>
    <p:extLst>
      <p:ext uri="{BB962C8B-B14F-4D97-AF65-F5344CB8AC3E}">
        <p14:creationId xmlns:p14="http://schemas.microsoft.com/office/powerpoint/2010/main" val="350309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D4DDB-72F3-4858-A39D-BEF3AC4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[Fixed release and central reproduction route]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77869-1288-4B61-A70E-9E149DBA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08382-0F04-4274-8116-E984968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 PROJECT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F54C9-85FB-4459-A099-0B2D3B2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68C0C-C2AE-4A9A-8793-990D3CFF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F8196-F713-4B51-A77A-D2364A1A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repository: [URL]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commit: [identifier]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install: [command]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run: [central command]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output: [path]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agreement: [criterion]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runtime: [time + device]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6F08D-299E-41B6-B7CC-611DD40B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E6B50-B8C5-4AF7-BB97-9B355FA3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035A5-F45A-44AF-AB11-7F5ADD62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[strongest established]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E617D-F6D6-45F9-B7E1-8D6C3A08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E33D0-2E97-4729-ADD5-2ACB371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9C36B-4574-4014-BC66-FE5FC96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7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[unresolved question]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52E7C-299D-4B4B-81EB-A3F0440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82A5E-3AA6-4F88-9BE2-53CAA099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EFC6B-5023-4978-B9EC-BBC587C9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[discriminating test]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57CA3-80ED-4175-87C6-A0AB38A9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119AA-535A-4639-A229-E4DA01F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4AD6F-B5BF-4B7E-AE1F-BAD1976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[contact or citation]</a:t>
            </a:r>
          </a:p>
        </p:txBody>
      </p:sp>
    </p:spTree>
    <p:extLst>
      <p:ext uri="{BB962C8B-B14F-4D97-AF65-F5344CB8AC3E}">
        <p14:creationId xmlns:p14="http://schemas.microsoft.com/office/powerpoint/2010/main" val="1549100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2026-09-11T10:45:56.2340000Z</dcterms:created>
  <dcterms:modified xsi:type="dcterms:W3CDTF">2026-09-11T10:45:56.2340000Z</dcterms:modified>
</coreProperties>
</file>