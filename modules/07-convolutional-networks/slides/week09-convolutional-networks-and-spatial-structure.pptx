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73a8fc6c854b30" /><Relationship Type="http://schemas.openxmlformats.org/officeDocument/2006/relationships/extended-properties" Target="/docProps/app.xml" Id="R3b98cc0338134f98" /><Relationship Type="http://schemas.openxmlformats.org/officeDocument/2006/relationships/officeDocument" Target="/ppt/presentation.xml" Id="R5774f48056e042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1968bfaf384922"/>
  </p:sldMasterIdLst>
  <p:notesMasterIdLst>
    <p:notesMasterId xmlns:r="http://schemas.openxmlformats.org/officeDocument/2006/relationships" r:id="Rda8c4b37c5324f66"/>
  </p:notesMasterIdLst>
  <p:sldIdLst>
    <p:sldId xmlns:r="http://schemas.openxmlformats.org/officeDocument/2006/relationships" id="256" r:id="Rd5339c4e45f14c42"/>
    <p:sldId xmlns:r="http://schemas.openxmlformats.org/officeDocument/2006/relationships" id="257" r:id="R222de444811e4426"/>
    <p:sldId xmlns:r="http://schemas.openxmlformats.org/officeDocument/2006/relationships" id="258" r:id="R918d9b89a41542d7"/>
    <p:sldId xmlns:r="http://schemas.openxmlformats.org/officeDocument/2006/relationships" id="259" r:id="Ra91be9ce29a8468c"/>
    <p:sldId xmlns:r="http://schemas.openxmlformats.org/officeDocument/2006/relationships" id="260" r:id="R49b147c2c1514743"/>
    <p:sldId xmlns:r="http://schemas.openxmlformats.org/officeDocument/2006/relationships" id="261" r:id="Rd384f12b70aa4b58"/>
    <p:sldId xmlns:r="http://schemas.openxmlformats.org/officeDocument/2006/relationships" id="262" r:id="Re9c4d55aa34142b1"/>
    <p:sldId xmlns:r="http://schemas.openxmlformats.org/officeDocument/2006/relationships" id="263" r:id="Rc6bb350480aa4eb0"/>
    <p:sldId xmlns:r="http://schemas.openxmlformats.org/officeDocument/2006/relationships" id="264" r:id="Rd9ea7204e4c44112"/>
    <p:sldId xmlns:r="http://schemas.openxmlformats.org/officeDocument/2006/relationships" id="265" r:id="Re93dc3c40e394c8b"/>
    <p:sldId xmlns:r="http://schemas.openxmlformats.org/officeDocument/2006/relationships" id="266" r:id="R2ab3c838949c424b"/>
    <p:sldId xmlns:r="http://schemas.openxmlformats.org/officeDocument/2006/relationships" id="267" r:id="R1c1ce12d58844ab8"/>
    <p:sldId xmlns:r="http://schemas.openxmlformats.org/officeDocument/2006/relationships" id="268" r:id="Re40e25728d2b4a17"/>
    <p:sldId xmlns:r="http://schemas.openxmlformats.org/officeDocument/2006/relationships" id="269" r:id="R31b2e478a9674399"/>
    <p:sldId xmlns:r="http://schemas.openxmlformats.org/officeDocument/2006/relationships" id="270" r:id="R7180bb27204e48be"/>
    <p:sldId xmlns:r="http://schemas.openxmlformats.org/officeDocument/2006/relationships" id="271" r:id="R2ab2df9950d94a6d"/>
    <p:sldId xmlns:r="http://schemas.openxmlformats.org/officeDocument/2006/relationships" id="272" r:id="Re9353d153be0497f"/>
    <p:sldId xmlns:r="http://schemas.openxmlformats.org/officeDocument/2006/relationships" id="273" r:id="R145e870bd92744e5"/>
    <p:sldId xmlns:r="http://schemas.openxmlformats.org/officeDocument/2006/relationships" id="274" r:id="Rdc53acccb4314d9f"/>
    <p:sldId xmlns:r="http://schemas.openxmlformats.org/officeDocument/2006/relationships" id="275" r:id="R1a1fe7a0d8ba46d1"/>
    <p:sldId xmlns:r="http://schemas.openxmlformats.org/officeDocument/2006/relationships" id="276" r:id="Rb3c39bad5cc74aa7"/>
    <p:sldId xmlns:r="http://schemas.openxmlformats.org/officeDocument/2006/relationships" id="277" r:id="Rc399d3cd39a84c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503b3b458d40cf" /><Relationship Type="http://schemas.openxmlformats.org/officeDocument/2006/relationships/slideMaster" Target="/ppt/slideMasters/slideMaster1.xml" Id="R151968bfaf384922" /><Relationship Type="http://schemas.openxmlformats.org/officeDocument/2006/relationships/notesMaster" Target="/ppt/notesMasters/notesMaster1.xml" Id="Rda8c4b37c5324f66" /><Relationship Type="http://schemas.openxmlformats.org/officeDocument/2006/relationships/presProps" Target="/ppt/presProps.xml" Id="R5027dd355db54f94" /><Relationship Type="http://schemas.openxmlformats.org/officeDocument/2006/relationships/tableStyles" Target="/ppt/tableStyles.xml" Id="R13d057207f834fe6" /><Relationship Type="http://schemas.openxmlformats.org/officeDocument/2006/relationships/slide" Target="/ppt/slides/slide1.xml" Id="Rd5339c4e45f14c42" /><Relationship Type="http://schemas.openxmlformats.org/officeDocument/2006/relationships/slide" Target="/ppt/slides/slide2.xml" Id="R222de444811e4426" /><Relationship Type="http://schemas.openxmlformats.org/officeDocument/2006/relationships/slide" Target="/ppt/slides/slide3.xml" Id="R918d9b89a41542d7" /><Relationship Type="http://schemas.openxmlformats.org/officeDocument/2006/relationships/slide" Target="/ppt/slides/slide4.xml" Id="Ra91be9ce29a8468c" /><Relationship Type="http://schemas.openxmlformats.org/officeDocument/2006/relationships/slide" Target="/ppt/slides/slide5.xml" Id="R49b147c2c1514743" /><Relationship Type="http://schemas.openxmlformats.org/officeDocument/2006/relationships/slide" Target="/ppt/slides/slide6.xml" Id="Rd384f12b70aa4b58" /><Relationship Type="http://schemas.openxmlformats.org/officeDocument/2006/relationships/slide" Target="/ppt/slides/slide7.xml" Id="Re9c4d55aa34142b1" /><Relationship Type="http://schemas.openxmlformats.org/officeDocument/2006/relationships/slide" Target="/ppt/slides/slide8.xml" Id="Rc6bb350480aa4eb0" /><Relationship Type="http://schemas.openxmlformats.org/officeDocument/2006/relationships/slide" Target="/ppt/slides/slide9.xml" Id="Rd9ea7204e4c44112" /><Relationship Type="http://schemas.openxmlformats.org/officeDocument/2006/relationships/slide" Target="/ppt/slides/slide10.xml" Id="Re93dc3c40e394c8b" /><Relationship Type="http://schemas.openxmlformats.org/officeDocument/2006/relationships/slide" Target="/ppt/slides/slide11.xml" Id="R2ab3c838949c424b" /><Relationship Type="http://schemas.openxmlformats.org/officeDocument/2006/relationships/slide" Target="/ppt/slides/slide12.xml" Id="R1c1ce12d58844ab8" /><Relationship Type="http://schemas.openxmlformats.org/officeDocument/2006/relationships/slide" Target="/ppt/slides/slide13.xml" Id="Re40e25728d2b4a17" /><Relationship Type="http://schemas.openxmlformats.org/officeDocument/2006/relationships/slide" Target="/ppt/slides/slide14.xml" Id="R31b2e478a9674399" /><Relationship Type="http://schemas.openxmlformats.org/officeDocument/2006/relationships/slide" Target="/ppt/slides/slide15.xml" Id="R7180bb27204e48be" /><Relationship Type="http://schemas.openxmlformats.org/officeDocument/2006/relationships/slide" Target="/ppt/slides/slide16.xml" Id="R2ab2df9950d94a6d" /><Relationship Type="http://schemas.openxmlformats.org/officeDocument/2006/relationships/slide" Target="/ppt/slides/slide17.xml" Id="Re9353d153be0497f" /><Relationship Type="http://schemas.openxmlformats.org/officeDocument/2006/relationships/slide" Target="/ppt/slides/slide18.xml" Id="R145e870bd92744e5" /><Relationship Type="http://schemas.openxmlformats.org/officeDocument/2006/relationships/slide" Target="/ppt/slides/slide19.xml" Id="Rdc53acccb4314d9f" /><Relationship Type="http://schemas.openxmlformats.org/officeDocument/2006/relationships/slide" Target="/ppt/slides/slide20.xml" Id="R1a1fe7a0d8ba46d1" /><Relationship Type="http://schemas.openxmlformats.org/officeDocument/2006/relationships/slide" Target="/ppt/slides/slide21.xml" Id="Rb3c39bad5cc74aa7" /><Relationship Type="http://schemas.openxmlformats.org/officeDocument/2006/relationships/slide" Target="/ppt/slides/slide22.xml" Id="Rc399d3cd39a84c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69871d25d0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911be2f6664edc" /><Relationship Type="http://schemas.openxmlformats.org/officeDocument/2006/relationships/notesMaster" Target="/ppt/notesMasters/notesMaster1.xml" Id="R4d4908bb30884f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5a205d67d54f04" /><Relationship Type="http://schemas.openxmlformats.org/officeDocument/2006/relationships/notesMaster" Target="/ppt/notesMasters/notesMaster1.xml" Id="R934a6cc0f80046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1d02f97a404137" /><Relationship Type="http://schemas.openxmlformats.org/officeDocument/2006/relationships/notesMaster" Target="/ppt/notesMasters/notesMaster1.xml" Id="R7b0fa5cfde6344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7e37786d6a404f" /><Relationship Type="http://schemas.openxmlformats.org/officeDocument/2006/relationships/notesMaster" Target="/ppt/notesMasters/notesMaster1.xml" Id="R61734ac74cf54b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5607c7988640f2" /><Relationship Type="http://schemas.openxmlformats.org/officeDocument/2006/relationships/notesMaster" Target="/ppt/notesMasters/notesMaster1.xml" Id="Rbe2f8403549141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6dac23b7954a47" /><Relationship Type="http://schemas.openxmlformats.org/officeDocument/2006/relationships/notesMaster" Target="/ppt/notesMasters/notesMaster1.xml" Id="R4e934e3fbee34c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4667d3d8d84d81" /><Relationship Type="http://schemas.openxmlformats.org/officeDocument/2006/relationships/notesMaster" Target="/ppt/notesMasters/notesMaster1.xml" Id="Ra67d40ae1bf64f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e7f8eb285b4798" /><Relationship Type="http://schemas.openxmlformats.org/officeDocument/2006/relationships/notesMaster" Target="/ppt/notesMasters/notesMaster1.xml" Id="R23d679d7276441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59049c892d46e5" /><Relationship Type="http://schemas.openxmlformats.org/officeDocument/2006/relationships/notesMaster" Target="/ppt/notesMasters/notesMaster1.xml" Id="R5f64af45c5fd43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83efb575974484" /><Relationship Type="http://schemas.openxmlformats.org/officeDocument/2006/relationships/notesMaster" Target="/ppt/notesMasters/notesMaster1.xml" Id="R1591c2dce53f43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49af4eee24434a" /><Relationship Type="http://schemas.openxmlformats.org/officeDocument/2006/relationships/notesMaster" Target="/ppt/notesMasters/notesMaster1.xml" Id="Rda4d8ee175eb49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1a91df3b0f492e" /><Relationship Type="http://schemas.openxmlformats.org/officeDocument/2006/relationships/notesMaster" Target="/ppt/notesMasters/notesMaster1.xml" Id="R1e24a05932724a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24a338262c4551" /><Relationship Type="http://schemas.openxmlformats.org/officeDocument/2006/relationships/notesMaster" Target="/ppt/notesMasters/notesMaster1.xml" Id="R9d27cd2857fe49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13c982e4104aae" /><Relationship Type="http://schemas.openxmlformats.org/officeDocument/2006/relationships/notesMaster" Target="/ppt/notesMasters/notesMaster1.xml" Id="R41fb2196f9e145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fc6e1ebe1b4ee4" /><Relationship Type="http://schemas.openxmlformats.org/officeDocument/2006/relationships/notesMaster" Target="/ppt/notesMasters/notesMaster1.xml" Id="R40bd2f8f1a454b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c3c272e4d94208" /><Relationship Type="http://schemas.openxmlformats.org/officeDocument/2006/relationships/notesMaster" Target="/ppt/notesMasters/notesMaster1.xml" Id="Rec6dfcff186943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557cb8ae79459d" /><Relationship Type="http://schemas.openxmlformats.org/officeDocument/2006/relationships/notesMaster" Target="/ppt/notesMasters/notesMaster1.xml" Id="Rbd3f93be3f8547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0bc553da2a4190" /><Relationship Type="http://schemas.openxmlformats.org/officeDocument/2006/relationships/notesMaster" Target="/ppt/notesMasters/notesMaster1.xml" Id="R65c2347bb70d47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65c244bd0147ee" /><Relationship Type="http://schemas.openxmlformats.org/officeDocument/2006/relationships/notesMaster" Target="/ppt/notesMasters/notesMaster1.xml" Id="Rd4de701e8c3846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565d424a8a4bff" /><Relationship Type="http://schemas.openxmlformats.org/officeDocument/2006/relationships/notesMaster" Target="/ppt/notesMasters/notesMaster1.xml" Id="R7ed41f4db8da4e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c5c07a4bc74fb6" /><Relationship Type="http://schemas.openxmlformats.org/officeDocument/2006/relationships/notesMaster" Target="/ppt/notesMasters/notesMaster1.xml" Id="R226757bef4724a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4f56ec92724f8b" /><Relationship Type="http://schemas.openxmlformats.org/officeDocument/2006/relationships/notesMaster" Target="/ppt/notesMasters/notesMaster1.xml" Id="R7ff81a20a841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how do local connectivity and shared weights turn spatial structure into learnable evidence? The repeated filter windows represent weight sharing, and the stacked grids represent feature maps.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Point students to the worksheet. The lesson begins with the modeling assumption and ends with a project method-choice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Flattening retains values but removes explicit neighborhood structure from the layer definition. Convolution processes local patches and preserves spatial organization.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Keep locality and sharing separate. A locally connected layer uses patches without reuse; a convolutional layer applies one kernel at many positions.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Multiply corresponding patch and kernel values, sum, and add the bias if present. Then move the same kernel to the next valid 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Deep-learning convolution layers usually implement cross-correlation. Learned kernels make the model classes equivalent, but the distinction matters for hand calculations and fixed filters.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Read every axis. Do not infer layout from four numbers alone. PyTorch uses NCHW inputs and OIHW kernels.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Identify each symbol before substituting. The floor omits a final partial window. Apply the formula independently to height and width.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Stride changes sampling, padding changes boundary access, and dilation changes effective kernel width. Ask what assumption each choice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One output kernel spans all input channels. It sums spatial products across every channel and adds one output-channel bias at all positions.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parameter count excludes output positions because the kernel is shared. Separate parameter count from the number of activation values and from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fixed kernel is known, so its vertical-edge interpretation is justified. A learned kernel should be interpreted from responses across inputs and controlled perturbations.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Convolution is affine in its inputs and weights. ReLU supplies the nonlinearity. Stacking only linear spatial operations remains linear, subject to boundary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Compare the same two-by-two patch under max and average pooling. Ask which evidence each summary preserves and discards.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Calculate all four windows. Max and average pooling preserve different summaries; neither is universally best.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Track the input-coordinate jump as well as receptive field. After stride-two pooling, adjacent later activations correspond to input positions two pixels apart.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Equivariance preserves transformation structure; invariance removes it from the output. A feature map and a class prediction may require different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zero error has explicit conditions. Ask students to identify what changes near a padded boundary or under a one-pixel shift with stride two.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Because one kernel parameter is reused in every patch, its gradient sums all contributions. The central-difference check supports the implementation at the checked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Present architectures as responses to design problems. Do not assess memorized years or layer counts. Ask which idea could matter for the students'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The review may reject a CNN. Require an inductive-bias argument, a simpler baseline, a shape/capacity audit, feasibility evidence, and a validation-controlled next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Collect six concise statements. Preview Week 10: mapping NCHW and OIHW shapes to Conv2d, automatic differentiation, training, error analysis, and cautious feature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ba7f821d64e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b17f45f084778" /><Relationship Type="http://schemas.openxmlformats.org/officeDocument/2006/relationships/slideLayout" Target="/ppt/slideLayouts/slideLayout1.xml" Id="Rb4571adc33d64a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571adc33d64a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8d24329cd40f4" /><Relationship Type="http://schemas.openxmlformats.org/officeDocument/2006/relationships/image" Target="/ppt/media/image.png" Id="Re55fa44ba850455b" /><Relationship Type="http://schemas.openxmlformats.org/officeDocument/2006/relationships/notesSlide" Target="/ppt/notesSlides/notesSlide1.xml" Id="Ref91a7ad479a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9f18a6698494c" /><Relationship Type="http://schemas.openxmlformats.org/officeDocument/2006/relationships/notesSlide" Target="/ppt/notesSlides/notesSlide2.xml" Id="R0558d5a0efa043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1aff1f5014e1a" /><Relationship Type="http://schemas.openxmlformats.org/officeDocument/2006/relationships/notesSlide" Target="/ppt/notesSlides/notesSlide3.xml" Id="R21c2d78fa31942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92487512f4fd2" /><Relationship Type="http://schemas.openxmlformats.org/officeDocument/2006/relationships/notesSlide" Target="/ppt/notesSlides/notesSlide4.xml" Id="R5f49b0060ee1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5fe95bffa4b7b" /><Relationship Type="http://schemas.openxmlformats.org/officeDocument/2006/relationships/notesSlide" Target="/ppt/notesSlides/notesSlide5.xml" Id="Rda7f822048754d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ec7630f7049a7" /><Relationship Type="http://schemas.openxmlformats.org/officeDocument/2006/relationships/notesSlide" Target="/ppt/notesSlides/notesSlide6.xml" Id="R2854c4d8c87743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d6716086402b" /><Relationship Type="http://schemas.openxmlformats.org/officeDocument/2006/relationships/notesSlide" Target="/ppt/notesSlides/notesSlide7.xml" Id="R256bb035d53f45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6c3383724d93" /><Relationship Type="http://schemas.openxmlformats.org/officeDocument/2006/relationships/notesSlide" Target="/ppt/notesSlides/notesSlide8.xml" Id="Rceea770720e940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9fb6e3f3b4a46" /><Relationship Type="http://schemas.openxmlformats.org/officeDocument/2006/relationships/notesSlide" Target="/ppt/notesSlides/notesSlide9.xml" Id="R2b227bdb5d3044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f5b0136e44c70" /><Relationship Type="http://schemas.openxmlformats.org/officeDocument/2006/relationships/notesSlide" Target="/ppt/notesSlides/notesSlide10.xml" Id="Rddbbcfc6adf844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7041798b841a7" /><Relationship Type="http://schemas.openxmlformats.org/officeDocument/2006/relationships/notesSlide" Target="/ppt/notesSlides/notesSlide11.xml" Id="R8d9ef5123c8e44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4e733f2284ab3" /><Relationship Type="http://schemas.openxmlformats.org/officeDocument/2006/relationships/notesSlide" Target="/ppt/notesSlides/notesSlide12.xml" Id="Rc17c3fcd418541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276f641c346d6" /><Relationship Type="http://schemas.openxmlformats.org/officeDocument/2006/relationships/notesSlide" Target="/ppt/notesSlides/notesSlide13.xml" Id="R594929ef30774e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dd34d342e4470" /><Relationship Type="http://schemas.openxmlformats.org/officeDocument/2006/relationships/notesSlide" Target="/ppt/notesSlides/notesSlide14.xml" Id="Re08e3b82aeed42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18c2d28144fb2" /><Relationship Type="http://schemas.openxmlformats.org/officeDocument/2006/relationships/notesSlide" Target="/ppt/notesSlides/notesSlide15.xml" Id="R8ba57ad0ed874a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0c0d99c314a0d" /><Relationship Type="http://schemas.openxmlformats.org/officeDocument/2006/relationships/notesSlide" Target="/ppt/notesSlides/notesSlide16.xml" Id="Rc89a9e96d51e4f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742cc2f18430f" /><Relationship Type="http://schemas.openxmlformats.org/officeDocument/2006/relationships/notesSlide" Target="/ppt/notesSlides/notesSlide17.xml" Id="Rcaa3bde776cb44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c30c2c7d6401d" /><Relationship Type="http://schemas.openxmlformats.org/officeDocument/2006/relationships/notesSlide" Target="/ppt/notesSlides/notesSlide18.xml" Id="R3a89bede3e2242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4434f29f245d5" /><Relationship Type="http://schemas.openxmlformats.org/officeDocument/2006/relationships/notesSlide" Target="/ppt/notesSlides/notesSlide19.xml" Id="Re9c307fe180d43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44b2a5cd6434a" /><Relationship Type="http://schemas.openxmlformats.org/officeDocument/2006/relationships/notesSlide" Target="/ppt/notesSlides/notesSlide20.xml" Id="R75e0b7fc01744c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29d4f93f645aa" /><Relationship Type="http://schemas.openxmlformats.org/officeDocument/2006/relationships/notesSlide" Target="/ppt/notesSlides/notesSlide21.xml" Id="Ra8f79d5a38bd40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496f54b2d4936" /><Relationship Type="http://schemas.openxmlformats.org/officeDocument/2006/relationships/notesSlide" Target="/ppt/notesSlides/notesSlide22.xml" Id="R55938a40231243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fa44ba85045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34A94-D8CD-4D7D-9F8D-C66EE2D2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67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23DF8-AD4C-44AC-825F-1B1F3DE8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DAF21-E52D-44AC-9E4F-1D1BEC17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080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C52EE-F871-4C83-9DE5-69A63FBD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194E9-24F9-4F97-917E-64D959F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D8F4B-C48B-4144-B5E1-5AA944B3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Convolutional networks</a:t>
            </a:r>
          </a:p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spatial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8A5C6-6EC9-41AF-920A-B91DD358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2068017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CAA455-74DC-42F9-80B8-A5189588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2FF49-C6BE-45FF-86C4-0ACA7A69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27FAA-2F6D-4BCB-BBED-6231F517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840B1-19EE-408E-9666-7F9DD76B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21B6F-EEB2-4CD1-9D73-69588594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Eight products make a convolutional method auditable.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27A03-BFC4-4292-828D-37540550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88C50-2378-4A9D-B624-A5D70DA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430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Spatial assumption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F5B50-BD07-4ECC-A419-47FE810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locality and weight sharing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9AB3F-FE9A-4CDE-9539-B41951D4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5EB61-6EE2-43D5-9292-75F6FAAC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3E72F-D517-4568-8FB8-26D75AF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764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Patch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3CA6B-7DE7-45AF-A389-EE85A741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multiply and sum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F8B86-9C6F-4E7B-BAD8-95D1EEB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3C43C-1107-4ABE-9E67-155493B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3BFC2-70E0-4C6E-8521-3B2B62E8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9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Operation name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B5CB6-53C8-4E22-A2F9-1484E069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correlation versus convolution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632D7-C571-409C-8E5D-94E462A6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DFF07-EA59-4ED7-BCD4-EEAAE2FF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599F8-86D7-43A0-981F-91C1434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432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Tensor geometry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3E8CA-B44B-4AB0-874C-4872D4C8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layouts and output sizes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6F87A-9ADE-4F83-80DE-83F170F1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97BB6-F524-4D25-8191-EC2CBC50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59D0D-934A-44F8-87F2-9241867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76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Capacity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C9538-AA39-4314-865D-F169DE55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shared and unshared parameters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1AE57-A847-4C24-97C4-7601C11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E9A1D-C146-4426-82A7-9534E0EE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EA421-B7C3-4885-B1FE-3AE3B251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00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Spatial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7980D-238A-45A0-A127-DF05F15D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9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pooling and receptive fields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241EC-8938-4943-BE3C-B0BC4536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A6381-9492-46BE-B1A4-6CB616BB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24DD52-6D31-42B7-8E0A-8B92930E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434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D80DA7-9C6A-4516-9C5B-DCFD584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equivariance and kernel gradient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CDC1DA-31BF-4398-BCA3-B7AFF065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7A7E32-CE87-457B-AD74-0F36DBF2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C146DD-B595-4A10-91A6-D7C75EC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Method choice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9036D-28D9-4069-BF17-6CCA1498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86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data, baseline, compute, evaluation</a:t>
            </a:r>
          </a:p>
        </p:txBody>
      </p:sp>
    </p:spTree>
    <p:extLst>
      <p:ext uri="{BB962C8B-B14F-4D97-AF65-F5344CB8AC3E}">
        <p14:creationId xmlns:p14="http://schemas.microsoft.com/office/powerpoint/2010/main" val="1282938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2E6807-1922-49FF-B0B3-6A6179F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Preserve spatial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EFA21-DDCA-42B4-A023-AEDBB262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2EF32-B96A-4F37-BD5D-A0B04EA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12700-B681-4AE1-A094-486716FF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FBE27-16E6-42CB-BB2E-7B9DFFB5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IMAGE TENSOR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E4131-3C21-41E0-AEFE-E06855FF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3801F-D880-4CE5-A0B5-4AC89B64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0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6EC9B-ED84-4D66-850A-C2A7F2A6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2BEE7-E736-4145-8BCD-387DD44F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0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9C508-2976-4A49-ADFA-F5F21454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13BCF-BC3E-49B5-935C-CD30B82E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66705-5520-47C5-BA9D-12F027F0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46CD7-98DD-46E2-9F2A-8CDCC820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9D8D4-BDCF-4692-971D-27581D43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E2F8D-031A-4F35-858E-B435B951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9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56EF9-B46C-400C-99EF-F717300A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9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9140F-7D94-4D85-9714-768A16D7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E93DF-2B50-4360-81DA-C984DFE7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C1924-6BB0-438D-9087-EB9DD0E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4F528-2001-4DFB-9F8A-AFA364FD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D0658-6AEC-400F-987C-1389B9E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D7AA0-3203-44FC-869D-8CA75F66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D35A0-39A2-495E-A707-64BB96FF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DCB85-9976-498A-BA05-00FEDD5D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12ECB-3A44-4485-B6D3-69415E0D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86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2B5D3-22FC-4852-BDB0-5262A3CD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86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304E5-5794-47C4-AAFE-619B497C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86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474EC5-7769-4D13-8998-84BE2394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F1992-4CD7-481A-A7E5-36A295DA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F639BB-B17D-4713-B87A-D9CAF1AE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C178FD-E947-45F3-9F6D-952546D0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9E346-7CCA-4A64-9442-E4894B05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81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E940A-5AF9-44E7-B430-04B594E3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03B1F-DFF3-4DB5-801F-CE474E18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81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DB0E7E-8EC9-4FAD-96E5-A9A8035F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99F15-41E4-4072-8E64-B407BE7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AF803B-F5AC-45FD-8BA9-9433EF94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1525DC-CF5F-4E70-ACA5-46C092C7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76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74DAF5-2DA5-4183-A646-C756DAF1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76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BB9490-DD3D-4592-B3E3-90CF1A3F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76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C2EC5C-23A0-4CCA-B48F-62C67AB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11CBD8-19D8-473E-944F-473A636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local neighborhood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9D4A75-416F-4285-8590-4BD832DB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10953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3B7F4E-353B-4A4C-B55D-377F547D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19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FLATTEN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7548A6-3519-47F5-803C-8641DA6F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589AE7-818B-43D9-8D2D-5A9AC82D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C2BA1C-EDD3-4145-A322-423B34A6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E01B1D-00CD-4B81-8E02-B668DC8C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15FBEF-9766-4E0D-9B8A-1992568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C91CF4-B6F2-47ED-84E1-98D211AE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1FE238-338B-40FC-836E-BA05C68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6E8494-6276-4757-B8AD-C9F6027A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CD7221-7C13-4621-A591-0EB707DF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103EE6-F78C-4D08-92AA-2682E914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B7CDB0-B445-4DE9-842E-8C95CEC8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D27DD2-B6BA-491C-B43F-EE0C4FE1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EDB38F-0145-42D7-A6B5-5160A8D5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940962-AB3C-4BAF-B47D-E6A125B7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4C06E4-87DF-469F-9E4E-43508649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815827-CD13-4FDC-B628-82195063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90F3BA-31D7-44DD-B88F-A68E1A9E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C0DCBB-6344-4A8B-BA20-C94C4C75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432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D26090-6AA1-4FC3-9245-501B1F5B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values remain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DDD960-6271-494E-91A1-8F2EFF66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576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explicit neighborhoods disappear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1C33CD-B38B-40BA-991F-13A6B5CE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43500"/>
            <a:ext cx="4286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3E9467-05AA-47B9-AC19-949A84CA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054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35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convolution keeps a spatial output</a:t>
            </a:r>
          </a:p>
        </p:txBody>
      </p:sp>
    </p:spTree>
    <p:extLst>
      <p:ext uri="{BB962C8B-B14F-4D97-AF65-F5344CB8AC3E}">
        <p14:creationId xmlns:p14="http://schemas.microsoft.com/office/powerpoint/2010/main" val="1166115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FF4FF-0D4D-47B7-86B3-D7BF4BF2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Two inductive biases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98648-4BC7-44E5-92AD-59CAAC7F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F67F4-2E61-44E2-AD93-D9FDD9B9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52DE8-A638-4012-A41E-B5C3382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000125" y="1619250"/>
          <a:ext xmlns:a="http://schemas.openxmlformats.org/drawingml/2006/main" cx="10191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00250"/>
                <a:gridCol w="2667000"/>
                <a:gridCol w="2667000"/>
              </a:tblGrid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Dense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Locally connected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Convolutional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local patches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shared weights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spatial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usually 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A15C3-D8D6-4601-B280-8DB887B4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4572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A9898-0FBF-442D-85B3-3FA13FAE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locality limits initial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C4867-F20D-4F57-800F-7AA5F109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572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0F4DA-A4DF-4532-9A48-009D1A57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429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sharing reuses one detector</a:t>
            </a:r>
          </a:p>
        </p:txBody>
      </p:sp>
    </p:spTree>
    <p:extLst>
      <p:ext uri="{BB962C8B-B14F-4D97-AF65-F5344CB8AC3E}">
        <p14:creationId xmlns:p14="http://schemas.microsoft.com/office/powerpoint/2010/main" val="784808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0C021-9378-4058-B129-71A2D78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patch produces one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0E692-E5EE-4E37-AE5C-5826E5E8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D5C2A-2F2B-4B64-A156-2099D9B7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172C0-6F01-4D8A-AF24-4A832D8A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29AEA-25F0-45A9-A731-96016F3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2DB53-F546-448D-9916-780EE6AC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46D02-CD39-46E9-8602-1F14CB4B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55520"/>
            <a:ext cx="962025" cy="65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FE760-3674-4392-A295-EDFBF01B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95500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76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7EBD4-41BD-4DC3-9046-59EC5BAB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55520"/>
            <a:ext cx="962025" cy="65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09FFF-63BB-4BFE-8857-48B74DFB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76D7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EA9CB-76D3-4519-827A-AC4778B5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5645"/>
            <a:ext cx="962025" cy="65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624EC-CEE7-4264-A22A-8458E5DF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95625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76D7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6A5AA-BFFC-43ED-9F05-6F6ABD2A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55645"/>
            <a:ext cx="962025" cy="65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16E44-F40E-4397-9E33-E2D32D13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9505F-50CC-4849-89FF-33E30E17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68D89-6BE0-4243-986C-66F94AE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1613B-61DC-47F0-B4EA-CBCF88D5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55520"/>
            <a:ext cx="962025" cy="65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4A335-2F61-41F8-89C7-3D4E3727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1153D-AFDE-4757-9FF7-AD317D3C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55520"/>
            <a:ext cx="962025" cy="65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89162-AD97-4C8A-B1AF-68E4D831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416D4-D7EB-46DE-9FDD-37F6EE9A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55645"/>
            <a:ext cx="962025" cy="65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38488-0BE4-419A-A9C2-F8C4D1F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5EA5D-B83E-43E7-A28C-67B6EC12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55645"/>
            <a:ext cx="962025" cy="65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A6940-A3FD-4F3A-8C2B-2E472213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116CF0-09CC-4B93-8449-010E8886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521CA7-0EE1-45AA-9277-616F028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1(1) + 2(0)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+ 0(−1) + 1(2)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D44FE-4194-4C01-BB5C-545A5D8E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=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EB575-4022-4490-B356-5BD90A65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5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Slide the same kernel to produce the other spatial responses.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142EA-9F4B-46F9-812F-809B6678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patch × one kernel → one output value</a:t>
            </a:r>
          </a:p>
        </p:txBody>
      </p:sp>
    </p:spTree>
    <p:extLst>
      <p:ext uri="{BB962C8B-B14F-4D97-AF65-F5344CB8AC3E}">
        <p14:creationId xmlns:p14="http://schemas.microsoft.com/office/powerpoint/2010/main" val="415768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60A04-DEF9-4D9A-B4CD-9FC7ED85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Cross-correlation is the library convention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149A9-E7C9-4F29-A490-01EBA2FE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FBFD4-7E64-4FAF-9A32-6670BF83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0EE4F-8A93-404C-B97B-B53FAD13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27498-EC8A-4231-A9BB-C61947A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CROSS-CORRELATION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61EC8-8026-4482-917B-4934CBA3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65D80-91AB-48FF-94BB-6FC9B582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86000"/>
            <a:ext cx="115252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A2F59-2AB8-4AA8-AFD1-DF451819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95500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CBC35-37C4-4585-A250-B2D7032E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86000"/>
            <a:ext cx="115252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CCA32-EB28-45AA-B378-18B38BF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1087B-E221-49AB-97D2-33460036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76625"/>
            <a:ext cx="115252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AB656-B1F5-4884-B494-9B101285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8612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6BFDC-9A09-43DD-A57A-2F48C295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76625"/>
            <a:ext cx="115252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3F98C-36F9-4CDB-B0BA-9FC212C4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kernel used as stored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2304F-8111-4CDD-933D-07E58CB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76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MATHEMATICAL CONVOLUTION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F3535-F234-4372-ADAF-974C4824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95500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AC43D-FB21-4D41-AFE8-D4B3DB42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86000"/>
            <a:ext cx="115252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2D2BA-D81E-43A4-8DCB-09141BF6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915C2-652E-45B3-912F-BC082BD1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86000"/>
            <a:ext cx="115252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C0BAD-C660-4E2C-AC0F-C8794406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8612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E8143-0EC4-406B-9A5F-1CF6288B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76625"/>
            <a:ext cx="115252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9872A2-E000-4A74-A4BD-8ADBB841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1190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1EA4E-C23F-44EF-90A3-21A12BCA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76625"/>
            <a:ext cx="115252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92EEB-C29B-47F9-A043-D6A8A81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148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kernel flipped first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2CD48-4C92-4BE7-B491-359AAD0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552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07B1B4-573D-4C29-9822-0B80825D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72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193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Learned kernels: same capacity, different stored orientation</a:t>
            </a:r>
          </a:p>
        </p:txBody>
      </p:sp>
    </p:spTree>
    <p:extLst>
      <p:ext uri="{BB962C8B-B14F-4D97-AF65-F5344CB8AC3E}">
        <p14:creationId xmlns:p14="http://schemas.microsoft.com/office/powerpoint/2010/main" val="954871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D1040-85A0-4B81-BF9F-D3FDFAC8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tensor layouts before tracing shapes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428D3-2D75-4163-A267-34669D11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31BF3-E5FC-414F-B0F9-32613F55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5F20E-F461-4273-89DA-F279733B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2A00F-9AF8-411D-A3D3-D0BDD3AD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INPUT · NCHW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56272-C36D-48CE-AB10-1F0FD726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3524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222FD-A33E-49B1-B1C0-0ABA4B4A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 × Cin × H × 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82D01-7C79-4D7F-A2D7-2615B51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623D1-0483-4ABE-9D6E-B2FEF502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KERNEL · OIHW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F7307-1417-440E-8974-EEECC24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524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C6260-B4D5-44A8-9A4C-27FA5BD6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62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56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Cout × Cin × Kh × Kw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51B42-DEC7-4AE5-A1C8-B84CAF9F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F33B8-B6E7-41DA-9EF7-F352BE7F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OUTPUT · NCHW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87948-4096-4962-AB94-1ACB3510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524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9A5BD-E59F-4AA8-B7AE-6E41CCF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62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 × Cout × Hout × Wout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7333C-DED1-442A-BC66-9BF58609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543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One output kernel contains one slice for every input channel.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D0829-AFBE-4D56-B123-910B2375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76875"/>
            <a:ext cx="7334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204D7-DDBA-4FD9-8073-DEB1969E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stored image may be HWC; declare the conversion.</a:t>
            </a:r>
          </a:p>
        </p:txBody>
      </p:sp>
    </p:spTree>
    <p:extLst>
      <p:ext uri="{BB962C8B-B14F-4D97-AF65-F5344CB8AC3E}">
        <p14:creationId xmlns:p14="http://schemas.microsoft.com/office/powerpoint/2010/main" val="8774932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652E8-6EC1-4564-A40F-3C952068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Output-size arithmetic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ACEA7-4648-407E-8248-637701DB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AFF75-9FC9-4800-9061-06A3CAEF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2EC64-C52D-44D5-BBAF-C7721FC1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1DB3B-BA1E-4E35-B831-1EF0A41A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2F94C-87E2-4772-89FC-E36186EE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05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Lout = floor([Lin + 2P − D(K − 1) − 1] / S) + 1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FF1D5-9941-48E3-9443-55D4F092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LIN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51C3A-8C61-4DFA-975F-3D719504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DA62C-82B4-46F7-A0C6-80A1CE40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84AD2-52F5-4BA9-A0D2-13C9AB28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5AADC-3D21-4BE5-B51C-22894E94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D0107-177B-4062-8193-571F838B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FBE38-6AEE-4B1E-9584-282DE135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8ABCA-2678-4FD9-98F4-83D3112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62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928EF-1A0D-422C-BEBC-EE2FC46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814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EE3E1-F5E4-4A08-A4B6-944FF197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98AFC-7371-4C1E-A037-324095A3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16365-368E-4E34-9911-64F26F63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4E31A-7525-40DB-ACAB-F5A3B9F8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971B6-6028-4240-BAEC-DF3E5381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62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F37F6-3194-4B3B-ADCA-C970AF09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814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841B9-E81E-41E7-99F8-D75F8D6B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Lout = floor((8 + 2 − 3) / 2) + 1 =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B6124-DEFC-4298-9C78-A60AB837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8102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(2, 3, 8, 8)  →  (2, 4, 4, 4)</a:t>
            </a:r>
          </a:p>
        </p:txBody>
      </p:sp>
    </p:spTree>
    <p:extLst>
      <p:ext uri="{BB962C8B-B14F-4D97-AF65-F5344CB8AC3E}">
        <p14:creationId xmlns:p14="http://schemas.microsoft.com/office/powerpoint/2010/main" val="843067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F7950-2BFA-4714-91B9-38BDEB07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Stride, padding, and dilation change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7D284-9003-43D1-B663-D8F42D2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CF3AD-6793-4749-879D-9BCA45A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AA701-039B-41F9-9A77-B500772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107632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29000"/>
                <a:gridCol w="5048250"/>
              </a:tblGrid>
              <a:tr h="8453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Changes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question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stride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sampling distance and output 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How densely are locations evaluated?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padding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boundary access and output size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What is assumed beyond the image?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dilation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spacing inside the kernel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How wide a context without more values?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7339A-5603-4E16-9423-0D6B4CCC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2864E-7833-4B96-BE40-1394D7C7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816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A floor means the final partial window is omitted.</a:t>
            </a:r>
          </a:p>
        </p:txBody>
      </p:sp>
    </p:spTree>
    <p:extLst>
      <p:ext uri="{BB962C8B-B14F-4D97-AF65-F5344CB8AC3E}">
        <p14:creationId xmlns:p14="http://schemas.microsoft.com/office/powerpoint/2010/main" val="1190708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F25809-E7B0-4DCF-9F4A-8C89FD7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output channel uses every input channel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FF701-A78D-4FE1-8FBD-EC358C1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476D8-9E94-4134-9135-FAC7F4C9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20984-326D-405C-9B1A-528BAC1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C0844-1069-4402-8754-F98619F6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RED SLICE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902E5-8663-463E-A325-6AE0C3F7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B6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C1381-502A-4D59-A0C1-2DC4A295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183A5-C297-4897-98EA-92E6798D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47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B653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CAA74-C925-41AC-A8B3-130421C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162175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7B393-8FDF-4195-B98B-225DD8E8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B653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E31E9-5654-41C8-A4B4-0FAECA4E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626C7-6183-473D-8176-56A555D5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B653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0F772-653C-46B2-AB3E-183F11C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876550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6AF3C-4770-4D16-BB22-5234526E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76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GREEN SLICE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CFD18-A23E-4260-92AA-C5B527CE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47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54C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394E1-D3B8-4A7F-8529-9FF644B9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62175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5F996-4806-40C7-AB7E-592B2DF0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47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54C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525F7-E9A9-499F-8D1E-8E05608F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62175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6862F-E915-4423-9CA8-B3B0D98A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54C7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0A7C6-1E97-461E-89DE-E5D7B52F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7470B-072B-4BC4-B16F-FAE33894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62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54C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B0B44-5C0A-4D86-8D0F-1FB65D34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76550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EC973-ECF8-48F5-9EE8-B327B574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76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BLUE SLICE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F42B0-ACDA-4849-987D-2C1A3E4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2D78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C7BB8-A025-49D2-9CC3-0C70D8DC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62175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40BCF-C895-4261-A59F-07C1744F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2D78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8CD74-7E03-43D6-BB13-4D7BB282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62175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B82F5-E393-470C-9CF0-FA1A2622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2D78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D301D9-0855-4982-97C8-30A39E53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76550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D44047-6A49-4B98-936F-E5D5A4A5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2D78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A4CF2-F145-4BFC-A9DB-D05DD531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76550"/>
            <a:ext cx="676275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929FEE-5A22-47FF-8911-55F382F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80987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3BE694-F4AD-4C76-BF0A-AD368C6D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0987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FDB6A-B56F-4EED-A321-B8E26F4D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DF4292-D616-41D8-A334-C4E1B870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6CAF2B-2176-45AD-B786-32EF3B73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02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 MAP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45591F-2567-48CB-A35F-DF196758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sum channel slices + one shared bias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9304E4-A23F-4C2D-9114-134D7C50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8222F3-31D4-44C6-BDB7-B16388F4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number of feature maps = Cout</a:t>
            </a:r>
          </a:p>
        </p:txBody>
      </p:sp>
    </p:spTree>
    <p:extLst>
      <p:ext uri="{BB962C8B-B14F-4D97-AF65-F5344CB8AC3E}">
        <p14:creationId xmlns:p14="http://schemas.microsoft.com/office/powerpoint/2010/main" val="1048119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C09FE-0534-45A4-A288-96F1202A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Weight sharing changes the parameter 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1461B-DF66-4D30-8F1D-BE10BFE8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B8FC7-ED0E-4692-AD19-5CAB1AFC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217B2-9C6F-40C0-A733-EF175491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666875" y="1666875"/>
          <a:ext xmlns:a="http://schemas.openxmlformats.org/drawingml/2006/main" cx="8858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28875"/>
                <a:gridCol w="2428875"/>
              </a:tblGrid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Mapping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Relative to convolution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convolutional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112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1×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locally connected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1,792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16×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dense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12,352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110.3×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9E43A-C58B-41FA-880F-23C754E8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D818F-27ED-4C7D-8F09-AD555E35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483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Pconv = Cout(CinKhKw + 1) = 4(27 + 1) = 112</a:t>
            </a:r>
          </a:p>
        </p:txBody>
      </p:sp>
    </p:spTree>
    <p:extLst>
      <p:ext uri="{BB962C8B-B14F-4D97-AF65-F5344CB8AC3E}">
        <p14:creationId xmlns:p14="http://schemas.microsoft.com/office/powerpoint/2010/main" val="16269829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575669C-0F91-45B5-A016-1A796FD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 map is a spatial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98563-874A-4359-8427-CD7640D3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F6B1E-8E41-4287-8E79-C159C512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933AF-FBBA-4D3E-A96F-5BAFD8A4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27D5E-DA97-4B2D-8AF3-902A44BD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INPUT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F8343-DFEC-44B7-B51E-83F1D562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3E13C-FA17-44FA-8930-B97423CC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213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BA950-5C39-4AA1-B5A8-E522E714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38157-9FA3-43E3-B48B-B6BBF86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213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F6EBE-1B75-487A-AF29-DFE34A0A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2FA1F-17E1-4292-8C75-A8091640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213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E6071-E016-4F8B-9047-3F243F3B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D2C0A-7BA9-4685-860A-5AF91B63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9213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C4C2E-1D41-4E4F-8AAD-C73B76DC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93365-685C-4398-A997-183BFB87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213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B7F39-3747-40A0-9B97-6C72364F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58A61-9D0E-44AC-8400-D3350A8C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213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41420-3578-4966-A246-3077EEA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857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EE4DD-7B67-4DE3-8210-523B451C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9213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BA42A-BB2B-4CE7-9C6C-A683AC5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9317E-4321-4CDE-B232-EBDA05C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214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6B208-393C-4C73-AB2C-0D9A9F63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57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49494-6E9F-4FFC-81C0-2EA951F0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214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288D4-70B5-466C-B9FF-63F7BAD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257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8FCED-FC9E-424B-A9E5-D0904279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3214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6A3DA-2FC2-494D-85EE-C59F07FD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257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F93129-1B44-4A1D-B296-D7886AF6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3214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21D8D-39EB-4E8F-85B0-8BE018DB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57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E3D7F-F918-4576-843A-1EE674A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214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2BD00-D3ED-4473-B40D-EA10D2FD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57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239E2-0EEE-412C-9423-DFF69834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14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9D6D4E-D75B-48DE-83C7-278EEEC4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57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19FE81-6C5A-4B52-962F-D24F034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214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397EF-D7FE-463A-8FB8-E376D597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835211-7DE8-496A-8049-47E4E5B8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214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378FBC-3498-43D4-A95E-A599BEC8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9AD7E-C59A-48EB-9D9E-D632C416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214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712C6A-F05A-4108-A07F-46EE7061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B1D6CD-6F31-4026-87A2-FB8AB599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214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9FB5A-538D-43E4-8207-F269AC2A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D62C0E-7CD8-4654-9DBF-98163494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214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FE1406-E4D3-4565-A9BB-F50D3FD7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2A3688-5249-4D1B-A3CE-7B045232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14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B93D8F-6707-4F45-A458-B584C684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7F705D-10E5-42D6-8525-8B117DCB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214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C0FC5A-892F-4C54-B5B5-9A714FE6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D1A621-F8FA-4D35-B967-076716F1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214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5F82C9-81B7-4DB4-816A-7130F23F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093908-67EE-4DCE-8110-1A56E7C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215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8FFBCC-EC83-4FF9-8B98-874CC99C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57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4911F6-6F1C-4CF2-B6C0-AF287D7B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215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AF1893-5714-414E-9C6A-7644002C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57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57A542-5900-4465-BA6B-38306A73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215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462C68-84D1-484A-BA65-99F626F6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57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539BAB-C0FD-477C-810C-7D2C1885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215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AFA00E-E44A-4EE3-8C0A-FE855715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57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EDBECD-D738-4B76-8F0C-50F0D1F1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215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6FB6C6-9948-4F90-AC21-7AFF45FA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57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6EB9DF-8DDD-46DF-97FA-47341C9B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215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79CC85-DECB-40B5-B78F-0CF7226A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57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7EC187-BB6A-4A00-AD06-BB06C371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1215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82601E-C47B-488D-8C3D-F435F63C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57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D0B675-893F-48E2-A593-2BF69F6C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215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9E44C6-523A-4DB2-8C71-6D7643B4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57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F3078E-6105-4AA3-9F01-93C4E60F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215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0D9085-FACD-4AF0-8A5C-31CEDD34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457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E40CBD-DED0-4C54-A856-4D0DDC3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5215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4AD414-D360-4EC4-99D5-06342D1E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457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9BC538-C56B-4979-8064-EB114FA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215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DA867F-6FE1-4583-9B32-D518C7F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457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DC2630D-BE4D-4454-A94C-40C56494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15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D69723-33AB-4769-BA86-5E3BB10F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57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7E5E803-1E31-411B-8CD7-AF126620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215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5F0E81-B265-452A-8B3C-07A1F0A8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57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1E239A-5CF3-4DD9-B3CB-71CC017E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5215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562D9C-38AB-4033-81CE-13A291E4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1A24CB-B34C-4FD8-B6D3-73527759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216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852402A-FCE8-4F5A-846A-05055C8C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57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D54E95-748F-4F4E-8AD9-73EE2B39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216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09471A-4642-40CD-AACC-DE70D545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857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DD2D70-1836-48DB-A203-76D68F59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216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347276-ABF0-4490-BBD1-B8B60C85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57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B30FFD-3FBD-4C28-AEE7-C8EFA08A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9216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C00547-2261-4C8B-B526-B709E9D6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57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3D8706-2E36-468C-85A6-409673C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216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58F3591-9470-4B3A-837E-593B2A93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57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D01E1A6-0B18-4807-BACD-40BB641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16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111DA2B-307F-464A-91C3-DD1F5EA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857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FF51EEE-B011-4A36-B17D-55EA71B9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92163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10A9680-2D63-433A-B3EC-260B9459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57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A48883-BD80-4B81-A6A1-F426CD9A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216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E93975-5CD4-428F-A4B8-DD1018C5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57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01D61EE-4CB1-4E54-A5C5-337FB6D7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3216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EB58DB8-80A0-4CD6-9443-4B4393E5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57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4CB2735-BD5E-4344-BC48-0BB47CFD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216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1C6662-9F6B-4C19-BCC8-D6262BF3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57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11CCF38-EAD6-4326-9591-4E539D7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3216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13643FB-1014-4739-B397-2E822130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57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14C88B3-9CCE-49CD-948F-138A5043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216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B08BE0-5295-4B7C-972E-B24F554B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57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43ECB5A-FFDF-40C7-B593-1B7BF55D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216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A6F38F9-00E5-4A93-8ADE-DFE48599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57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B3E1412-AB4A-454F-8D22-10E1CFAC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321683"/>
            <a:ext cx="3619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253CE66-EF17-4544-B540-46431796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81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5ADFB29-E160-402B-81E8-A22DB1A4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50EF69F-7C33-4327-AB09-E1CAAA69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7439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9D4B0F5-369D-4342-92FA-5B184035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97FF10C-EAF1-432A-8D57-00F0A1E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7439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FDD4B80-55C4-463B-81D5-EFB414E9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B893344-AAC2-4BF3-8A79-FF83D024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7439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5D6CE63-96C3-4449-89E8-241F08EA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38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DC19593-43B1-44F3-AEFA-77457AD5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2684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F2A2F5E-3720-44F4-B418-353CEB80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38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90687FC-88D1-44CB-835D-E5E460B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2684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6CE5354-02AA-4028-9802-F5E66E84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6219DC4-209B-4D5A-AD1D-0E909C2D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92684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C1E9C80-B7D8-4754-AB2B-6D52CAC5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90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721E585-5E25-446E-B0D4-87001991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7929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6C228FA-000E-4A45-ACE9-E5136BB8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90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5FE58FD-1594-4AFD-AF77-31087985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929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06DD2DA-5BE4-4B13-B542-F8D2D488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90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B2719F3-4877-4AA0-AFC8-C09F2FD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79292"/>
            <a:ext cx="5143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3FE337-3DEC-451C-9FFC-C65ADBC2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82FC02B-DC92-4EBE-B3A1-694D070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F84B5F7-9DFB-4386-A3AD-A68C2BC2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72E7102-0B2F-41A3-813A-7A4C9CC6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210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941B7E3-745F-4FA6-A2B7-C68AA132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9D9D927-BD5A-40CF-89C4-60597370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210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510FACB-747B-46EB-BCA9-B9CFAA2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046065B-4A7B-42F3-87E2-7081CC5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210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7C2CDB0-1F14-4396-BEDF-ABEE5F7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BAE570B-CE98-4024-8038-188E89F4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210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28A3AEB-F3B3-4D93-8899-02F120B5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10A9563-405A-4B60-B385-70E59C0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210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5CE11B7-409B-4865-887C-9BDFB5A7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89D09D0-EE3C-4890-82DD-6B806CB1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82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2B745C3-B140-4366-91EB-BC2E28C7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B13EBAF-2A7F-4AA2-B5E2-8105C1AF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82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B1AAD12-4D1B-43A9-862B-FAE029DB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CC6B82D-7F0F-49C5-AD59-58C856AC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82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F9DF3A6-C3BA-4307-A516-5643F66D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3687C52-ADE6-4C5D-8D24-B0CCCDCE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782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FEFB209-612F-411B-8A7F-F9E7B9EF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609A713-2FBC-4F77-947E-DDDB6C5E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82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47AB837-E781-426B-8A11-5C3C6029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7D7C4FB-47E0-42F3-96D2-8A3F4EC1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54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24384B1-003A-42EC-94D3-AE7E688F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9335BD9-7D9D-46A7-B0B8-069389F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354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0AB2968-413E-44C5-8CD4-365C57F5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04E004F-B918-40D7-9ABC-A24123B3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354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42ED249-B135-4A14-9D0A-99816B9B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04836B2-5455-4232-AEC4-403263AB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354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EB6B60D-378C-4068-B45B-3CB78FB0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DCE83FE-C4CD-4EA9-B08B-FB9B824B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354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E3E8A33-B555-4A0B-9062-787B4741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956DB0D-5EC3-41FE-891F-82EC5303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926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0448FD3-7D25-4735-9263-218080F1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AA60409-5108-4041-8B0E-E7D42F6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926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418F40F-1B3F-495E-97E8-828CA4CC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DE46B26-6481-4EA3-8946-2BCA4DB5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926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B895F5C-07C7-4DD2-B054-50C1C8BF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BAA8A2A-91EC-42BE-BCD5-6D78A87B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926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83482E5-A61C-43B3-96D8-FB6379B1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9A3D7F3-5917-4D52-9630-84A731F9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926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FFADEE0-4203-4C13-AD45-42B435FB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228FE09-E243-4D49-8DDF-C78DDB21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498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6A9D863-8DC2-4848-B17B-9B39052A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21074D7-811C-4CED-B1BD-02C0CDFD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98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9234AFA-06EC-4150-B19B-5DCA068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F3CF3BF-D031-4517-92F5-2998E2CF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98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E194BB4-6DE0-47A7-9C17-9589A554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3C4082B-D84E-4EC9-B58D-9D4FE086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498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6A1FFEA-359C-4FFE-8E12-4DFBC673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342A45B-F48D-46E1-8C79-E65CD359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49827"/>
            <a:ext cx="4191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6D717DE-6326-4A80-A0F0-E2673F66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54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maximum response = 3 along the transition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6409B15-5290-4627-AABF-4E3BC5E1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10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learned map needs evidence before it receives a semantic name.</a:t>
            </a:r>
          </a:p>
        </p:txBody>
      </p:sp>
    </p:spTree>
    <p:extLst>
      <p:ext uri="{BB962C8B-B14F-4D97-AF65-F5344CB8AC3E}">
        <p14:creationId xmlns:p14="http://schemas.microsoft.com/office/powerpoint/2010/main" val="605582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3EBDB-B98B-4FFC-861D-D15786BC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Convolution needs a nonlinearity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85FB4-864D-44C4-B30B-04BF6C4E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10E75-B0F1-4B21-A077-4DA5C3DB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75FB3-E354-4BCC-8649-D3D14309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66325-9CD0-4EAA-AC33-305074F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PATCHES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1ED3D-5606-4759-9E56-D875BD3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38B85-7D09-4716-A911-A2572C69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1051A-C6F8-4FBE-9978-0C2FAF8B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178E0-01AC-4E89-9BFA-26E59F51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AFFINE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4735B-E7BF-4CFA-B94B-EAF7F8D0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4A075-2684-414E-AB56-2D9BC490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Corr(X,K)+b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BBE57-1046-454A-AD24-CA4F6342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52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BC86B-16FC-4FE6-BF01-C52DCEAE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NONLINEAR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E7B96-232B-4C58-A3A5-B3CECD66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778C4-0524-45D5-B9C5-23D96B9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ReLU(Z)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B0CBD-0D58-4A08-A03B-F71B3026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72631-B34C-449E-A3C7-28EFD75A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26C1A-D946-48D0-AACF-F0DAAD0E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A0750-9BDA-40CE-8CEB-7B2EF4DD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14F44-9AC5-4A39-A018-9FA75C07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E9D50-9EC9-4B84-88D9-B03A3420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linear spatial layer + linear spatial layer = linear transformation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B0800-4ACD-48EE-B336-1C36DC7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578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06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ReLU changes which compositions the stack can represent.</a:t>
            </a:r>
          </a:p>
        </p:txBody>
      </p:sp>
    </p:spTree>
    <p:extLst>
      <p:ext uri="{BB962C8B-B14F-4D97-AF65-F5344CB8AC3E}">
        <p14:creationId xmlns:p14="http://schemas.microsoft.com/office/powerpoint/2010/main" val="12084765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F0C776-CD61-4754-8760-C469E1B3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Pooling summarizes each channel locally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61F16-178F-45A7-8D76-3D38420A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E576B-2F50-45A2-A94F-3D40F56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6D912-672A-439A-AAF9-97BC11D7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42327-C1E6-4F50-BF70-2A763E1C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FEATURE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C3994-57EF-44FD-9A59-9AC35A50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23D53-F738-4047-B3F4-B8F389F8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0218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4616F-E65D-4C32-8B26-31429E0D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BF924-23C3-4965-81ED-81037E4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20218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D3164-877C-4A71-A016-A8B47E75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95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6F1F5-2326-40DD-86F2-8661E153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20218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B9BF0-62A1-41D3-B35A-FCE6CF6B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95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CF5FB-D639-4493-918C-8CD0744A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0218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814A0-A34C-46FE-B370-79673A1A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A4221-3B44-446D-920F-93F1CDDA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6893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AD384-65C0-4373-B2F7-2433C3D3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1F7FF-C9AB-4F39-85AE-60458CE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6893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FFCBE-9FE3-4161-B385-02DD16EA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62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C134A-8498-4142-84DB-A033E0A5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6893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2F5B4-96C4-4CBA-BE78-D408A374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2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A0461-3766-44DC-8B59-7A8D88B0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893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711C7-054B-414E-9FF1-A58043B5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D23E0-DB94-4DE2-9DFF-CCABC318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3568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17A5B-F12B-42D1-A148-78D4893A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A6791-30D5-445B-8C8E-2A0AEE5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3568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1CB9B3-5BBF-4428-8BDC-8F46683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29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058F6-F22F-4AFD-853F-83B00EDA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53568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1B1A4-0EC9-4922-9BD1-9CCA7B14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29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CC8C8-BB96-46AC-AED0-39A0BD9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3568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933A6E-BF41-4801-83F6-D1F5DFA1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0EB85-0C98-4766-9ACF-68EA65FE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0243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F8A6F-9ED1-4A7B-806C-65C436AE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054F6-B45F-4092-A989-D1C4155F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0243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98895D-6AC7-49AA-8001-1F97E92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94100-1257-4005-BC41-15B459B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20243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5637BD-4DA7-474A-BD51-F363418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95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6351F8-0308-4AA8-BC13-9B874FD6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02430"/>
            <a:ext cx="6286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A8AD2F-5855-4781-8315-C3A94617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5E54DF-7027-4742-8F6D-8414FBF6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52625"/>
            <a:ext cx="533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030A25-64BD-4829-94B1-2C418708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62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748190-91DC-4FE6-9AC0-3F678399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621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strongest response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F7661C-F95B-408B-8D54-7699E41C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384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247802-A950-4DB8-BFCC-EFA2C24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62375"/>
            <a:ext cx="533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462936-D25C-449B-B414-AF3E49DC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71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AVERAGE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C131A9-2D75-4DB1-8ACE-C5D0786A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71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mean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81B828-B91F-4FDB-86A9-BD08B49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481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DDB577-2505-47B0-AE28-B64FECF5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Pooling reduces resolution and discards information.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9DFBEF-F823-416D-A781-E778BFEF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00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may add local tolerance; it does not guarantee invariance.</a:t>
            </a:r>
          </a:p>
        </p:txBody>
      </p:sp>
    </p:spTree>
    <p:extLst>
      <p:ext uri="{BB962C8B-B14F-4D97-AF65-F5344CB8AC3E}">
        <p14:creationId xmlns:p14="http://schemas.microsoft.com/office/powerpoint/2010/main" val="279161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0AF3BE-67D8-4F46-BFBC-A7B5FAA0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Pooling preserves different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0C4D5-2356-4C18-9A47-DFAD3F7F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2559E-3800-49DE-83BA-8AF4003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562A0-0AC1-4668-9B2D-5417778C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506F1-DAE4-4426-A795-B5219929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B918D-DA99-446A-B305-7B80B343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08EE6-4480-4263-AC34-9309415E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4711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A007C-5D6D-41A9-8066-A8A9E707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526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2A775-5325-4FDF-A2FD-59D9A2C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4711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DE7BF-48CC-4BA1-B622-496E979D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9526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23C12-44A9-450C-A5A7-AD689B6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11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DD130-5F6B-4380-A65F-736C37B8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9526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0A33C-647D-45A4-9DA7-5E4D605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4711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B82C0-6901-4AA8-ABFC-1D5FC192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D1766-FD48-4CAA-834E-33EDCF0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3766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4669C-DDFE-4A4C-97B5-5C91E84A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4317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F7AFE-EBF9-41D1-82F5-84572A45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3766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A0C72-1E96-4171-A321-1F01DFF9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54317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91808-4EAF-4632-850B-9667C0BA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766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E62ED-7F35-4FE8-836D-0173018E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54317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C5D39-E506-49DA-AD5F-A22F8085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3766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11F5B-0AED-4732-80EB-54EAD09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337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22C4E-82C6-4BEA-8173-DDAB9A1F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2821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31DE6-C623-4849-A7C4-3475D75C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337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EEF3F-A37F-471D-A47E-33BBC33B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2821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14D15B-79E6-4A11-B9B8-69FD60DA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1337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BF4B5A-23B7-4D68-8216-EA0DCC24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22821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40E65-7735-4EBA-9233-5C263FE6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337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30E5C-79D9-4670-9BCD-FAD11A97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2821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BE0C24-9097-4387-99C6-B8DF313C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F394C-2F6B-48E5-B30F-57DAB8F4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1876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E421B9-C1C8-488F-B22D-D5FE8350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2427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C52D00-DECB-4126-B650-2F9DBF97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876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9F45B2-3B6B-4B39-BFEA-C1F2178E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2427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4AC8C-882A-407D-87B0-B39F7C03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1876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3EFD1-8146-4A51-838B-AD4636A5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72427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69C2A3-2DB2-4ECB-BBDB-68923172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18763"/>
            <a:ext cx="5524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B44316-14A9-4E93-9833-493D0122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921343-5F60-44BE-9F05-104F7C59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81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38219D-6A25-4B2B-81DD-0FF0A2DB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7A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71150E-E180-4FDC-9224-F27F3EC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3155"/>
            <a:ext cx="866775" cy="58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4FD59F-F433-41C8-9455-0749DDA4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8375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7A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BF6326-A164-4A67-BF75-EB6C22E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383155"/>
            <a:ext cx="866775" cy="58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814451-F885-4D2B-94CD-D8127504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7A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C79145-4DA9-4F99-8957-4E03867E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88030"/>
            <a:ext cx="866775" cy="58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27ABD9-75D0-4BC0-9152-A63BCB87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7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41A914-72F4-46D1-8E77-70ADFFDF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88030"/>
            <a:ext cx="866775" cy="58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764626-7B90-4E65-A1BE-73D62F7A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4E2F2E-4843-4FAF-8411-EE80B95C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AVERAGE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1755BE-19D1-46D0-92CE-F15B7E10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0F2A9F-80EF-4C7A-AD5D-2CA0AD2E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83155"/>
            <a:ext cx="866775" cy="58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7E6A4F-BC59-44EA-95CA-5AE9C122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844E4C-DF0F-4F25-AE31-9DA547AD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3155"/>
            <a:ext cx="866775" cy="58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6BFF3E-9105-40DF-B8CC-E1B5612D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C7FF0C-FBB5-447E-ABF8-4A191FA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88030"/>
            <a:ext cx="866775" cy="58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3F51F8-5C8A-44B4-AA85-6CB0B207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D585F5-0209-4D69-B7FE-55D682B8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88030"/>
            <a:ext cx="866775" cy="58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BC586E-7929-4277-9D8E-7E6AE8D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82C60C-3DA2-4939-B05E-C7A8093C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625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42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max: strongest local response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0237D8-9A5E-4DBD-B073-7D64A2A7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EDB1E2-CE5A-4CA2-8E9C-4EF7296F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625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22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average: local mean response</a:t>
            </a:r>
          </a:p>
        </p:txBody>
      </p:sp>
    </p:spTree>
    <p:extLst>
      <p:ext uri="{BB962C8B-B14F-4D97-AF65-F5344CB8AC3E}">
        <p14:creationId xmlns:p14="http://schemas.microsoft.com/office/powerpoint/2010/main" val="1501700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FDA69-474F-4ED8-A585-804511B7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Receptive fields grow across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2C1DE-A77C-4A68-8357-4F6768BF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E247B-36EC-4DD0-B7EE-B16160D6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BCB45-141A-4B7E-845F-C51C5B71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428750" y="1524000"/>
          <a:ext xmlns:a="http://schemas.openxmlformats.org/drawingml/2006/main" cx="9334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  <a:gridCol w="1428750"/>
                <a:gridCol w="2381250"/>
                <a:gridCol w="1714500"/>
              </a:tblGrid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Stride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Receptive field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Jump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conv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conv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EE623-3B5E-4753-B7D9-5F348B47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981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C9F2D-8D98-4AF7-9020-C82F444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149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rℓ = rℓ₋₁ + (Kℓ − 1)jℓ₋₁       jℓ = jℓ₋₁Sℓ</a:t>
            </a:r>
          </a:p>
        </p:txBody>
      </p:sp>
    </p:spTree>
    <p:extLst>
      <p:ext uri="{BB962C8B-B14F-4D97-AF65-F5344CB8AC3E}">
        <p14:creationId xmlns:p14="http://schemas.microsoft.com/office/powerpoint/2010/main" val="8359951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344E0-CABB-4638-A0B2-B727EC6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Equivariance and invariance differ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31130-ACAF-44B7-A0B7-5020F2F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2DEA8-CED5-4633-8812-8C923A11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BE257-050F-4AD6-87FC-A1C64429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E4810-019B-4C65-B780-BAE67F0F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EQUIVARIANCE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A1559-28FC-4CAC-8AC9-B4790F0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65451-6D4C-4774-BED7-E873A8C2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669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f(TΔX) = TΔf(X)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29FBF-6F00-46C5-AE57-2E9C9382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290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feature moves → map moves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EAEB4-3727-41B5-A125-B0099973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INVARIANCE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33BF5-7A7E-467C-8B36-A7A2EEC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D1B7E-BED8-4BAE-A972-D08049ED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669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f(TΔX) = f(X)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0E7F1-1585-43A8-BE68-F9F78114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290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3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feature moves → output stays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E3C4D-6E71-432C-B016-4C267FF7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BCF2D-6F5E-483F-96BD-26A8331E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906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spatial map: often equivariant     class score: may seek invariance</a:t>
            </a:r>
          </a:p>
        </p:txBody>
      </p:sp>
    </p:spTree>
    <p:extLst>
      <p:ext uri="{BB962C8B-B14F-4D97-AF65-F5344CB8AC3E}">
        <p14:creationId xmlns:p14="http://schemas.microsoft.com/office/powerpoint/2010/main" val="12513374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5CE38-B087-43E3-A109-0300A425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Equivariance has boundary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A4ADC-D12D-4401-88F6-02F82CA4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EAAB8-9C21-451D-B9FD-165ED5F3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4E700-985D-488B-B096-20917DB0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50C97-3618-47B0-85AF-9D692BB1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8286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ADF02-2349-45DA-B89C-94CE2885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478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interior translation-equivariance error = 0.000e+00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63A0B-8BE1-4DF1-B2F8-5B18672E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D75CF-76D6-47CD-923E-22DE70FE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SHIFT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994DC-E26A-413C-8741-16AB6611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242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pixel right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4B17F-69B6-4FD6-B4CB-39BA44E5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C7EA3-9045-4C08-AF11-4B04AA94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4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BB36D-2BCF-4F68-A972-45C207E4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242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stride-one valid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4221C-CDFD-48CF-B9F3-FADAC3D9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F0E8A-9D6A-4280-A74F-70940CDA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24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WEIGHTS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EE7F1-63E2-44A2-BF1A-D9A2C451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242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shared 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D2B20-DDFB-4825-8D0C-F062CF5F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74595-3686-4924-9680-94885260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053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1E23C-4AFE-4D63-9AF8-690951D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053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02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overlapping interior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9F9C9-5D1E-4C76-BD12-E2BEDCB5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4337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8E8C9-5BB4-4A76-819F-92ABD7EB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053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BORDERS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8793D-EC17-4335-A9F9-43BE95A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053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04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new zeros excluded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47A9E-5454-4510-92F1-68AFD01A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4337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02C71-DD76-49B5-B2BC-F36C42CB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053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47949-8236-4A67-ADFB-1F40EC75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5053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55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checked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C71B0-5BAD-4416-ABBE-06A6763C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5787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Padding, stride, pooling, cropping, and borders can change the result.</a:t>
            </a:r>
          </a:p>
        </p:txBody>
      </p:sp>
    </p:spTree>
    <p:extLst>
      <p:ext uri="{BB962C8B-B14F-4D97-AF65-F5344CB8AC3E}">
        <p14:creationId xmlns:p14="http://schemas.microsoft.com/office/powerpoint/2010/main" val="9379260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495CB-80B5-4DB6-AB07-6287FF11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uses create a shared gradient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15E45-4D23-4E4C-AA1E-25F5E8B7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3AD56-AF68-4947-808F-DE9B42A9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9EBEA-E698-48FB-B716-06DDBE83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B9BBC-ACD7-4EE6-96DC-6F3FD5E9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47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5A884-E496-419A-BADA-35216105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patch contribution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9FBC8-0926-4EC0-AB14-0AB63181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114FD-F804-4FAA-A313-A143620A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247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2C87F-3B67-4033-8E40-5A61CECE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patch contribution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AB9B6-CFE5-466E-9680-6E6891ED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B28C2-CCC3-48B0-B6E7-60EB6EED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7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0A691-A093-4EA5-8C46-8D29DAC8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patch contribution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E7755-01E4-4928-9178-FC44ECE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19500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F07D6-2A70-4255-A119-C1755E5C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247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04671-ECE7-43B7-B4F5-0CA69A88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patch contribution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DF27E-C8C7-41FD-AA25-BB867F78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2437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C6FEE-96FB-483B-9D8C-DC927B66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18E8F-685C-40A8-ADD6-E4FF07B4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F0589-9EC4-4704-A3B7-C55E442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813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batches</a:t>
            </a:r>
          </a:p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positions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859D7-F959-4ED7-A90A-ADB15E1C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952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0B371-A2AD-458A-B889-96B3638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2412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4D279-318A-420B-8970-18CF39F7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03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∂J / ∂K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594A1-B953-4412-9461-D87FB6C2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shared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48989-48B2-4435-A2E9-9CEBC691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maximum numerical-check error ≈ 4.5 × 10⁻¹¹</a:t>
            </a:r>
          </a:p>
        </p:txBody>
      </p:sp>
    </p:spTree>
    <p:extLst>
      <p:ext uri="{BB962C8B-B14F-4D97-AF65-F5344CB8AC3E}">
        <p14:creationId xmlns:p14="http://schemas.microsoft.com/office/powerpoint/2010/main" val="19011494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07E98-0817-4950-8135-9914CBA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Architecture history records design ideas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2CF05-C045-4FA1-8356-1D40A8E8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B3C2B-DA31-44F5-9551-556B0444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295EA-1652-4ACE-9ED5-DE9DD949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333500" y="1381125"/>
          <a:ext xmlns:a="http://schemas.openxmlformats.org/drawingml/2006/main" cx="9525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667500"/>
              </a:tblGrid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 lesson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LeNet-5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end-to-end learned document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AlexNet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scale, ReLU, GPU training, augmentation, dropout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VGG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repeated small kernels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Inception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parallel spatial scales with projections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ResNet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skip connections for deeper optimization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C658C-682B-43A2-94E5-415BB5FB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62625"/>
            <a:ext cx="8096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71E73-E485-45A8-93CC-B324134B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Use the idea to reason; a name is not a method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2756618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7B1F11-6AC1-45AA-A720-984954F9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Method-choice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5CB74-9437-41EE-82C6-B77F889D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535C-7A78-477F-A927-D85E9DA6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08067-1CF4-4C67-9685-C8079A8F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1A52E-4445-4FF9-9521-A422D486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A7F49-45B7-4670-8839-8E72E36D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28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95B9D-518B-4B72-A62E-DF804C58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geometry, channels, resolution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EDA60-54C5-49D7-AE34-A02095BA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383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3FF24-1409-428C-8893-B8BB9ACF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1AE75-5AA5-4611-8426-40DF7FFA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57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ASSUMPTION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52C88-E318-40D3-A9E9-BE7E8748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patterns and valid transformations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7E22A-2A1B-4351-B88A-376D482F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669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148FB-B020-49FE-AA8B-51BD2CF8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881E0-A031-49C8-8BEF-2E7E7B6A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00F0C-03EB-4F5A-BDA0-876675EA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simpler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0E72A-6A17-40FB-A051-1528CE94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956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F8BC7-DCD4-46F6-8892-547E65F4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8BA6F-C7AD-4DE8-8A5E-42C60F8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EE743-19BD-451D-9CEE-EC9DF43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shapes, parameters, activations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CFE09-7E49-40A8-A710-E8753E5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242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3479C-6A21-48ED-8FE0-DBD6318E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F42F3-FA46-411B-835D-AAC9D9DA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43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9F110-F710-4698-ACFC-A2123550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batch, compute, memory,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C3E29-DC26-4B5D-B172-44A16A50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529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A6DBB-3BF6-4625-94D3-F3F4D05E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87CBD-B816-4C5A-8625-A128AF7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7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6F4FB-49A0-40D5-BC27-615DA445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split, metric, subgroups, test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BD715-D2C8-4E41-8BBA-CC799C6A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815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F94FC2-4BB2-49B0-B793-F549A0C0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4B6011-F06F-4806-A7E6-36AA075B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00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ED0A2-4AC7-49A1-A3FE-0DC23948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006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one next experiment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0DF58C-F3ED-4A2C-A56C-1FF4EC65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D28A29-88DB-49CF-8C4A-AD077656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The architecture follows the data and research question.</a:t>
            </a:r>
          </a:p>
        </p:txBody>
      </p:sp>
    </p:spTree>
    <p:extLst>
      <p:ext uri="{BB962C8B-B14F-4D97-AF65-F5344CB8AC3E}">
        <p14:creationId xmlns:p14="http://schemas.microsoft.com/office/powerpoint/2010/main" val="924071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4FDC8-D563-45EE-A1DC-77BD7E1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and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8BFD3-E661-4616-8F67-E674F392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1F237-CCC2-42B6-9A1A-6F526C33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4364B-0379-4994-81C1-738F3A39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92C69-4687-4D99-BD97-EDB1849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F0C9B-EE3B-4ECA-B00F-12BE9246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17C76-88D6-4122-8C12-AA5F6AC3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954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does local connectivity differ from weight sharing?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2B794-FF5E-4E7F-8BE2-587C655A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050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7F748-E525-4769-90B0-5D55102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BE878-B7CB-47D6-9673-4A573DD4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145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one output kernel span all input channels?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E8D1E-D1EC-4C02-A11D-FC504D4D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241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BB24D-8665-46D4-BA22-253C1A0A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1FB96-3D75-496C-BF56-C92B119E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337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output size use a floor?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F3AB6-897D-4775-A715-A946EBD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432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5803A-F700-4D48-8337-81B8D5D4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D550D-F6BD-4071-9352-9F5693C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528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are output positions absent from parameter count?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FC7AF-AB89-4101-88A0-90A9E8D5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624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14771-529C-453C-91C0-7EE79445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66D66-323E-4B32-9F7D-A6F9E8F1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719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is equivariance different from invariance?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144C7-94B5-4BBA-B74A-003E744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815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9CCDB-18FD-46A4-AA50-4EA79585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910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3C070-4556-426B-B071-855418D6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 shared parameters sum spatial gradients?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FD5DC-1294-423A-9B03-3A0CFEF3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912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91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Next: implement, train, and inspect a compact CNN with PyTorch</a:t>
            </a:r>
          </a:p>
        </p:txBody>
      </p:sp>
    </p:spTree>
    <p:extLst>
      <p:ext uri="{BB962C8B-B14F-4D97-AF65-F5344CB8AC3E}">
        <p14:creationId xmlns:p14="http://schemas.microsoft.com/office/powerpoint/2010/main" val="905082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2026-09-07T02:49:33.3270000Z</dcterms:created>
  <dcterms:modified xsi:type="dcterms:W3CDTF">2026-09-07T02:49:33.3270000Z</dcterms:modified>
</coreProperties>
</file>