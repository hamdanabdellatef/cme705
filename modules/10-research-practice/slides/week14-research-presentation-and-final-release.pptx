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4d70b951c4397" /><Relationship Type="http://schemas.openxmlformats.org/officeDocument/2006/relationships/extended-properties" Target="/docProps/app.xml" Id="Ra898094d7e3e4c29" /><Relationship Type="http://schemas.openxmlformats.org/officeDocument/2006/relationships/officeDocument" Target="/ppt/presentation.xml" Id="Rde0b3d4ba8e1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552f8d1306460a"/>
  </p:sldMasterIdLst>
  <p:notesMasterIdLst>
    <p:notesMasterId xmlns:r="http://schemas.openxmlformats.org/officeDocument/2006/relationships" r:id="R3e68432cb30241fa"/>
  </p:notesMasterIdLst>
  <p:sldIdLst>
    <p:sldId xmlns:r="http://schemas.openxmlformats.org/officeDocument/2006/relationships" id="256" r:id="R82811b29a6ce4db6"/>
    <p:sldId xmlns:r="http://schemas.openxmlformats.org/officeDocument/2006/relationships" id="257" r:id="Rd117b29cb364490a"/>
    <p:sldId xmlns:r="http://schemas.openxmlformats.org/officeDocument/2006/relationships" id="258" r:id="Rb956042313f54f5c"/>
    <p:sldId xmlns:r="http://schemas.openxmlformats.org/officeDocument/2006/relationships" id="259" r:id="Ree5c5c497c614768"/>
    <p:sldId xmlns:r="http://schemas.openxmlformats.org/officeDocument/2006/relationships" id="260" r:id="R037494b715d34255"/>
    <p:sldId xmlns:r="http://schemas.openxmlformats.org/officeDocument/2006/relationships" id="261" r:id="Re38dd9b2310c4f3f"/>
    <p:sldId xmlns:r="http://schemas.openxmlformats.org/officeDocument/2006/relationships" id="262" r:id="Rf11035d381fc44dc"/>
    <p:sldId xmlns:r="http://schemas.openxmlformats.org/officeDocument/2006/relationships" id="263" r:id="Rf02e9b78a5004960"/>
    <p:sldId xmlns:r="http://schemas.openxmlformats.org/officeDocument/2006/relationships" id="264" r:id="R5876841007e4479e"/>
    <p:sldId xmlns:r="http://schemas.openxmlformats.org/officeDocument/2006/relationships" id="265" r:id="R2f8dfa45719246ee"/>
    <p:sldId xmlns:r="http://schemas.openxmlformats.org/officeDocument/2006/relationships" id="266" r:id="R72dd4fefa0814e6f"/>
    <p:sldId xmlns:r="http://schemas.openxmlformats.org/officeDocument/2006/relationships" id="267" r:id="R065c7f45183d43bb"/>
    <p:sldId xmlns:r="http://schemas.openxmlformats.org/officeDocument/2006/relationships" id="268" r:id="R2487f0e3206c4a03"/>
    <p:sldId xmlns:r="http://schemas.openxmlformats.org/officeDocument/2006/relationships" id="269" r:id="R0fdc8cc3880c4bf8"/>
    <p:sldId xmlns:r="http://schemas.openxmlformats.org/officeDocument/2006/relationships" id="270" r:id="R74353945c7b747f3"/>
    <p:sldId xmlns:r="http://schemas.openxmlformats.org/officeDocument/2006/relationships" id="271" r:id="Rd9b282ef99f1495d"/>
    <p:sldId xmlns:r="http://schemas.openxmlformats.org/officeDocument/2006/relationships" id="272" r:id="R7e4e5b09cf904359"/>
    <p:sldId xmlns:r="http://schemas.openxmlformats.org/officeDocument/2006/relationships" id="273" r:id="R510c27cb88a74063"/>
    <p:sldId xmlns:r="http://schemas.openxmlformats.org/officeDocument/2006/relationships" id="274" r:id="R3279f77dbeff49b9"/>
    <p:sldId xmlns:r="http://schemas.openxmlformats.org/officeDocument/2006/relationships" id="275" r:id="R5fe8072603a54a55"/>
    <p:sldId xmlns:r="http://schemas.openxmlformats.org/officeDocument/2006/relationships" id="276" r:id="R8fab8ffc799b41b4"/>
    <p:sldId xmlns:r="http://schemas.openxmlformats.org/officeDocument/2006/relationships" id="277" r:id="R7d7c435dc0e84cc9"/>
    <p:sldId xmlns:r="http://schemas.openxmlformats.org/officeDocument/2006/relationships" id="278" r:id="Re6712a54f01d4485"/>
    <p:sldId xmlns:r="http://schemas.openxmlformats.org/officeDocument/2006/relationships" id="279" r:id="Rdb9484ea2eed4a9a"/>
    <p:sldId xmlns:r="http://schemas.openxmlformats.org/officeDocument/2006/relationships" id="280" r:id="R395a3995f1fa4e50"/>
    <p:sldId xmlns:r="http://schemas.openxmlformats.org/officeDocument/2006/relationships" id="281" r:id="R1590b3660d584d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dc631e5d54068" /><Relationship Type="http://schemas.openxmlformats.org/officeDocument/2006/relationships/slideMaster" Target="/ppt/slideMasters/slideMaster1.xml" Id="R65552f8d1306460a" /><Relationship Type="http://schemas.openxmlformats.org/officeDocument/2006/relationships/notesMaster" Target="/ppt/notesMasters/notesMaster1.xml" Id="R3e68432cb30241fa" /><Relationship Type="http://schemas.openxmlformats.org/officeDocument/2006/relationships/presProps" Target="/ppt/presProps.xml" Id="R89bd185a80c54adb" /><Relationship Type="http://schemas.openxmlformats.org/officeDocument/2006/relationships/tableStyles" Target="/ppt/tableStyles.xml" Id="Redbae03589464d0a" /><Relationship Type="http://schemas.openxmlformats.org/officeDocument/2006/relationships/slide" Target="/ppt/slides/slide1.xml" Id="R82811b29a6ce4db6" /><Relationship Type="http://schemas.openxmlformats.org/officeDocument/2006/relationships/slide" Target="/ppt/slides/slide2.xml" Id="Rd117b29cb364490a" /><Relationship Type="http://schemas.openxmlformats.org/officeDocument/2006/relationships/slide" Target="/ppt/slides/slide3.xml" Id="Rb956042313f54f5c" /><Relationship Type="http://schemas.openxmlformats.org/officeDocument/2006/relationships/slide" Target="/ppt/slides/slide4.xml" Id="Ree5c5c497c614768" /><Relationship Type="http://schemas.openxmlformats.org/officeDocument/2006/relationships/slide" Target="/ppt/slides/slide5.xml" Id="R037494b715d34255" /><Relationship Type="http://schemas.openxmlformats.org/officeDocument/2006/relationships/slide" Target="/ppt/slides/slide6.xml" Id="Re38dd9b2310c4f3f" /><Relationship Type="http://schemas.openxmlformats.org/officeDocument/2006/relationships/slide" Target="/ppt/slides/slide7.xml" Id="Rf11035d381fc44dc" /><Relationship Type="http://schemas.openxmlformats.org/officeDocument/2006/relationships/slide" Target="/ppt/slides/slide8.xml" Id="Rf02e9b78a5004960" /><Relationship Type="http://schemas.openxmlformats.org/officeDocument/2006/relationships/slide" Target="/ppt/slides/slide9.xml" Id="R5876841007e4479e" /><Relationship Type="http://schemas.openxmlformats.org/officeDocument/2006/relationships/slide" Target="/ppt/slides/slide10.xml" Id="R2f8dfa45719246ee" /><Relationship Type="http://schemas.openxmlformats.org/officeDocument/2006/relationships/slide" Target="/ppt/slides/slide11.xml" Id="R72dd4fefa0814e6f" /><Relationship Type="http://schemas.openxmlformats.org/officeDocument/2006/relationships/slide" Target="/ppt/slides/slide12.xml" Id="R065c7f45183d43bb" /><Relationship Type="http://schemas.openxmlformats.org/officeDocument/2006/relationships/slide" Target="/ppt/slides/slide13.xml" Id="R2487f0e3206c4a03" /><Relationship Type="http://schemas.openxmlformats.org/officeDocument/2006/relationships/slide" Target="/ppt/slides/slide14.xml" Id="R0fdc8cc3880c4bf8" /><Relationship Type="http://schemas.openxmlformats.org/officeDocument/2006/relationships/slide" Target="/ppt/slides/slide15.xml" Id="R74353945c7b747f3" /><Relationship Type="http://schemas.openxmlformats.org/officeDocument/2006/relationships/slide" Target="/ppt/slides/slide16.xml" Id="Rd9b282ef99f1495d" /><Relationship Type="http://schemas.openxmlformats.org/officeDocument/2006/relationships/slide" Target="/ppt/slides/slide17.xml" Id="R7e4e5b09cf904359" /><Relationship Type="http://schemas.openxmlformats.org/officeDocument/2006/relationships/slide" Target="/ppt/slides/slide18.xml" Id="R510c27cb88a74063" /><Relationship Type="http://schemas.openxmlformats.org/officeDocument/2006/relationships/slide" Target="/ppt/slides/slide19.xml" Id="R3279f77dbeff49b9" /><Relationship Type="http://schemas.openxmlformats.org/officeDocument/2006/relationships/slide" Target="/ppt/slides/slide20.xml" Id="R5fe8072603a54a55" /><Relationship Type="http://schemas.openxmlformats.org/officeDocument/2006/relationships/slide" Target="/ppt/slides/slide21.xml" Id="R8fab8ffc799b41b4" /><Relationship Type="http://schemas.openxmlformats.org/officeDocument/2006/relationships/slide" Target="/ppt/slides/slide22.xml" Id="R7d7c435dc0e84cc9" /><Relationship Type="http://schemas.openxmlformats.org/officeDocument/2006/relationships/slide" Target="/ppt/slides/slide23.xml" Id="Re6712a54f01d4485" /><Relationship Type="http://schemas.openxmlformats.org/officeDocument/2006/relationships/slide" Target="/ppt/slides/slide24.xml" Id="Rdb9484ea2eed4a9a" /><Relationship Type="http://schemas.openxmlformats.org/officeDocument/2006/relationships/slide" Target="/ppt/slides/slide25.xml" Id="R395a3995f1fa4e50" /><Relationship Type="http://schemas.openxmlformats.org/officeDocument/2006/relationships/slide" Target="/ppt/slides/slide26.xml" Id="R1590b3660d584d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2c5ba54078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201e931e8416a" /><Relationship Type="http://schemas.openxmlformats.org/officeDocument/2006/relationships/notesMaster" Target="/ppt/notesMasters/notesMaster1.xml" Id="R861f1b268551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80417737e7415f" /><Relationship Type="http://schemas.openxmlformats.org/officeDocument/2006/relationships/notesMaster" Target="/ppt/notesMasters/notesMaster1.xml" Id="R4ca42bee5d45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a44447e2fa4067" /><Relationship Type="http://schemas.openxmlformats.org/officeDocument/2006/relationships/notesMaster" Target="/ppt/notesMasters/notesMaster1.xml" Id="R138336e596db47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637d2634364ea5" /><Relationship Type="http://schemas.openxmlformats.org/officeDocument/2006/relationships/notesMaster" Target="/ppt/notesMasters/notesMaster1.xml" Id="R826ba5962ef545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a140d7e7874c3c" /><Relationship Type="http://schemas.openxmlformats.org/officeDocument/2006/relationships/notesMaster" Target="/ppt/notesMasters/notesMaster1.xml" Id="Rcd0f3962fc0f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b2c522a7345bf" /><Relationship Type="http://schemas.openxmlformats.org/officeDocument/2006/relationships/notesMaster" Target="/ppt/notesMasters/notesMaster1.xml" Id="Re9c0d7043de741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ec15232d49471e" /><Relationship Type="http://schemas.openxmlformats.org/officeDocument/2006/relationships/notesMaster" Target="/ppt/notesMasters/notesMaster1.xml" Id="R3ad4c2a31dde4f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52c19645164a39" /><Relationship Type="http://schemas.openxmlformats.org/officeDocument/2006/relationships/notesMaster" Target="/ppt/notesMasters/notesMaster1.xml" Id="Rbfbee0e207ab4e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e57045ff0048ec" /><Relationship Type="http://schemas.openxmlformats.org/officeDocument/2006/relationships/notesMaster" Target="/ppt/notesMasters/notesMaster1.xml" Id="Rc902987699ea4d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6f7a2da03c4d4f" /><Relationship Type="http://schemas.openxmlformats.org/officeDocument/2006/relationships/notesMaster" Target="/ppt/notesMasters/notesMaster1.xml" Id="R7c6a8dc4308e48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2cf37e37af44a4" /><Relationship Type="http://schemas.openxmlformats.org/officeDocument/2006/relationships/notesMaster" Target="/ppt/notesMasters/notesMaster1.xml" Id="Rf92c87940f3043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65ff0102bb485f" /><Relationship Type="http://schemas.openxmlformats.org/officeDocument/2006/relationships/notesMaster" Target="/ppt/notesMasters/notesMaster1.xml" Id="R3bf6350e92694a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15f9eec2e0408e" /><Relationship Type="http://schemas.openxmlformats.org/officeDocument/2006/relationships/notesMaster" Target="/ppt/notesMasters/notesMaster1.xml" Id="Rafb49e126c244e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b38882eadd4464" /><Relationship Type="http://schemas.openxmlformats.org/officeDocument/2006/relationships/notesMaster" Target="/ppt/notesMasters/notesMaster1.xml" Id="R80930ab1a6bd4c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a5e90572fd407f" /><Relationship Type="http://schemas.openxmlformats.org/officeDocument/2006/relationships/notesMaster" Target="/ppt/notesMasters/notesMaster1.xml" Id="R976c437e32414c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6c2a15fd564c80" /><Relationship Type="http://schemas.openxmlformats.org/officeDocument/2006/relationships/notesMaster" Target="/ppt/notesMasters/notesMaster1.xml" Id="R906c00ba46294a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943bb609be4e02" /><Relationship Type="http://schemas.openxmlformats.org/officeDocument/2006/relationships/notesMaster" Target="/ppt/notesMasters/notesMaster1.xml" Id="R9a3cf5baa8ad4f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0abc98d3254272" /><Relationship Type="http://schemas.openxmlformats.org/officeDocument/2006/relationships/notesMaster" Target="/ppt/notesMasters/notesMaster1.xml" Id="R3e620156682644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81adac3ee54b3e" /><Relationship Type="http://schemas.openxmlformats.org/officeDocument/2006/relationships/notesMaster" Target="/ppt/notesMasters/notesMaster1.xml" Id="R28e435cc703d41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11589374ce406f" /><Relationship Type="http://schemas.openxmlformats.org/officeDocument/2006/relationships/notesMaster" Target="/ppt/notesMasters/notesMaster1.xml" Id="R406d0da635c14e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1a1ab516434a2b" /><Relationship Type="http://schemas.openxmlformats.org/officeDocument/2006/relationships/notesMaster" Target="/ppt/notesMasters/notesMaster1.xml" Id="R9b65dbcbb4ad4c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5ccbbb0fc742ae" /><Relationship Type="http://schemas.openxmlformats.org/officeDocument/2006/relationships/notesMaster" Target="/ppt/notesMasters/notesMaster1.xml" Id="Rc944292689d14a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b0fec60d2f4e41" /><Relationship Type="http://schemas.openxmlformats.org/officeDocument/2006/relationships/notesMaster" Target="/ppt/notesMasters/notesMaster1.xml" Id="Re899c7d541794f4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0e5402eb6b4b2c" /><Relationship Type="http://schemas.openxmlformats.org/officeDocument/2006/relationships/notesMaster" Target="/ppt/notesMasters/notesMaster1.xml" Id="R6b036981e8e54e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982327e6fb4d17" /><Relationship Type="http://schemas.openxmlformats.org/officeDocument/2006/relationships/notesMaster" Target="/ppt/notesMasters/notesMaster1.xml" Id="Re9dc29b2dcbb4f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221a0147b341a0" /><Relationship Type="http://schemas.openxmlformats.org/officeDocument/2006/relationships/notesMaster" Target="/ppt/notesMasters/notesMaster1.xml" Id="Rf4816da3fb88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Ask students to name the strongest claim they can defend and the experiment that could change it. The cover is an original generated course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Week 14 evaluates research judgment and communication. Model complexity receives no independent credit.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6 minutes. Week 14 begins from the verified Week 13 package. Do not change the central result silently after peer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 talk selects one argument. The report and backup slides preserve the audit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a listener to answer these questions after a rehearsal. Missing answers identify a concrete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Rehearse to finish the conclusion before the limit. Preserve time for the limitation and next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Each step may use one or two slides. Complete architecture and configuration belong in backup.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Students write and read the sentence aloud. Remove any phrase not supported later in the talk.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Architecture matters after the audience knows what evidence it consumes and how it is 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whether removing a detail changes interpretation of the result. If not, move it to backup.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dots are a schematic, not a course result. Students audit their own central figure for all seven parts.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Say what the interval or spread covers. It does not automatically cover every source of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9 minutes. If a gate fails, the outcome may be inconclusive rather than evidence against the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Limitations belong in the talk before Q&amp;A. Require an affected claim and a concrete next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Rewrite one heading from each student deck. Narrow any title that implies causality or broad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readable figure supports one spoken interpretation. Remove decoration that competes with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Check from the back of the room and on the projected system. Shared digital files should include useful alternative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listener reconstructs the question, result, and limitation before the speaker explains. Record the misunderstanding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question can change type after clarification. Begin with the evidence object the question seeks.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I do not know is a valid answer when followed by a concrete evidence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Start from the unresolved phenomenon. A model name alone does not define a research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These are planning prompts. Do not promise admission, funding, publication, or degree suitability.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Ask what evidence will be available by each decision point. Avoid plans that only list implementation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tag is useful only when it resolves to the reviewed commit and assets. Verify permissions from the reviewer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audit never executes the manifest command. A pass establishes internal package consistency, not scientific validity.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Collect the final identifier and three-sentence exit ticket. Close by linking the project to the course evidence 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b21ebc7c6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133b40f7b4850" /><Relationship Type="http://schemas.openxmlformats.org/officeDocument/2006/relationships/slideLayout" Target="/ppt/slideLayouts/slideLayout1.xml" Id="R47bdc1eee8de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bdc1eee8de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6076a60d14937" /><Relationship Type="http://schemas.openxmlformats.org/officeDocument/2006/relationships/image" Target="/ppt/media/image.png" Id="R5c9d898a70d54d7b" /><Relationship Type="http://schemas.openxmlformats.org/officeDocument/2006/relationships/notesSlide" Target="/ppt/notesSlides/notesSlide1.xml" Id="R17077815bda54b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717aaa7cd4806" /><Relationship Type="http://schemas.openxmlformats.org/officeDocument/2006/relationships/notesSlide" Target="/ppt/notesSlides/notesSlide2.xml" Id="R88f859735f1144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47b389a5e4dd4" /><Relationship Type="http://schemas.openxmlformats.org/officeDocument/2006/relationships/notesSlide" Target="/ppt/notesSlides/notesSlide3.xml" Id="Raa558e7f5225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b4bcd5d6f4cf9" /><Relationship Type="http://schemas.openxmlformats.org/officeDocument/2006/relationships/notesSlide" Target="/ppt/notesSlides/notesSlide4.xml" Id="R40089e73b4b949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d0d338ad84858" /><Relationship Type="http://schemas.openxmlformats.org/officeDocument/2006/relationships/notesSlide" Target="/ppt/notesSlides/notesSlide5.xml" Id="R041e6a02fc2b47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a733c51f34bc7" /><Relationship Type="http://schemas.openxmlformats.org/officeDocument/2006/relationships/notesSlide" Target="/ppt/notesSlides/notesSlide6.xml" Id="Rc6ad87a4adbe42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68d075d5c49ad" /><Relationship Type="http://schemas.openxmlformats.org/officeDocument/2006/relationships/notesSlide" Target="/ppt/notesSlides/notesSlide7.xml" Id="R6c8d56713b594c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ad798a2194e40" /><Relationship Type="http://schemas.openxmlformats.org/officeDocument/2006/relationships/notesSlide" Target="/ppt/notesSlides/notesSlide8.xml" Id="Rf0a9af80be3747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026dff67d49a8" /><Relationship Type="http://schemas.openxmlformats.org/officeDocument/2006/relationships/notesSlide" Target="/ppt/notesSlides/notesSlide9.xml" Id="R7ce7592d69dd41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ef879eb4b406f" /><Relationship Type="http://schemas.openxmlformats.org/officeDocument/2006/relationships/notesSlide" Target="/ppt/notesSlides/notesSlide10.xml" Id="R89b9677df1d541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f68d86281450e" /><Relationship Type="http://schemas.openxmlformats.org/officeDocument/2006/relationships/notesSlide" Target="/ppt/notesSlides/notesSlide11.xml" Id="Rd0c3cb705c974c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989c639134f27" /><Relationship Type="http://schemas.openxmlformats.org/officeDocument/2006/relationships/notesSlide" Target="/ppt/notesSlides/notesSlide12.xml" Id="Rb210090bd5234b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9c24855044ec4" /><Relationship Type="http://schemas.openxmlformats.org/officeDocument/2006/relationships/notesSlide" Target="/ppt/notesSlides/notesSlide13.xml" Id="R88470a26a5964a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1192170864371" /><Relationship Type="http://schemas.openxmlformats.org/officeDocument/2006/relationships/notesSlide" Target="/ppt/notesSlides/notesSlide14.xml" Id="R89f8dc6c3d9a49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e0f9d928040a4" /><Relationship Type="http://schemas.openxmlformats.org/officeDocument/2006/relationships/notesSlide" Target="/ppt/notesSlides/notesSlide15.xml" Id="R1a611c6045a041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ab4ff034e4385" /><Relationship Type="http://schemas.openxmlformats.org/officeDocument/2006/relationships/notesSlide" Target="/ppt/notesSlides/notesSlide16.xml" Id="R05e7ec99f79744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dbdc0ca1c4353" /><Relationship Type="http://schemas.openxmlformats.org/officeDocument/2006/relationships/notesSlide" Target="/ppt/notesSlides/notesSlide17.xml" Id="R7977b068b6aa4b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ca064c0a24099" /><Relationship Type="http://schemas.openxmlformats.org/officeDocument/2006/relationships/notesSlide" Target="/ppt/notesSlides/notesSlide18.xml" Id="R50f28862923d4a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ef0d121cb47ea" /><Relationship Type="http://schemas.openxmlformats.org/officeDocument/2006/relationships/notesSlide" Target="/ppt/notesSlides/notesSlide19.xml" Id="R9ed1007ef7da45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2ccd64bde40d0" /><Relationship Type="http://schemas.openxmlformats.org/officeDocument/2006/relationships/notesSlide" Target="/ppt/notesSlides/notesSlide20.xml" Id="Rcfb45201f78642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b5aee33c741e5" /><Relationship Type="http://schemas.openxmlformats.org/officeDocument/2006/relationships/notesSlide" Target="/ppt/notesSlides/notesSlide21.xml" Id="Rbe8d829b077244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4d9fa87a741c4" /><Relationship Type="http://schemas.openxmlformats.org/officeDocument/2006/relationships/notesSlide" Target="/ppt/notesSlides/notesSlide22.xml" Id="Rfbd4f86687f442f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41c5ec7e04094" /><Relationship Type="http://schemas.openxmlformats.org/officeDocument/2006/relationships/notesSlide" Target="/ppt/notesSlides/notesSlide23.xml" Id="Rcce391ffede74e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7e806b00a4556" /><Relationship Type="http://schemas.openxmlformats.org/officeDocument/2006/relationships/notesSlide" Target="/ppt/notesSlides/notesSlide24.xml" Id="R1f4f87d57b484b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466dacfbd41c0" /><Relationship Type="http://schemas.openxmlformats.org/officeDocument/2006/relationships/notesSlide" Target="/ppt/notesSlides/notesSlide25.xml" Id="R4a8ad8aab188437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806d5dab5485c" /><Relationship Type="http://schemas.openxmlformats.org/officeDocument/2006/relationships/notesSlide" Target="/ppt/notesSlides/notesSlide26.xml" Id="R7f8e9b31fa3943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d898a70d54d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47AE2-F13E-4B42-B9A6-6EF59A08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2549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30992-88B1-404A-B22A-6654685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76141-486D-45B3-BBA3-4E02AB27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87E9-ED7F-4F5F-BF51-8DEC685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567E1-0635-49AB-B547-96EF0E6C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0A42B-08F9-4E0F-9EA6-A95BAE7A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286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presentation,</a:t>
            </a:r>
          </a:p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release, and next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3CEB7-0D71-44D8-90ED-875A018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0694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26FFD-C799-41A2-B692-722AF4C0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Capstone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D6921-D2CD-43D5-9258-9451D197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7B9EC-E575-47D9-99D3-7CCF5E7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B6142-EB74-4B4F-88D3-BC59714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853B6-525C-4E00-8ECE-BD118299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15614-C385-46FF-8FE8-E2AD1F9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CE803-E0DC-4787-A5BA-82C4C063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supported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536C0-A7A3-446A-AB1E-14274BA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76F68-3592-4201-9C8F-7638068E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DEFEND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CFC26-1446-4AD5-99C3-F93C5F5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Protocol and claim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6C531-619A-40F6-A562-FD186D80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E1B81-2EA6-4B36-8D9A-0071FDEF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1943D-C863-4DBA-A4B3-B00E2D09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Reviewable final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40B83-4432-43BA-AD36-D1C12C0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1ADBF-F517-4007-AB8B-6F271E8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33171-6AFF-4958-8387-FFD7CFB0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Limitation to next experiment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64AFC-B5DB-471B-B382-14B825D6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67BC6-5E94-445E-9E6C-4EBA6096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A4851-57CC-4E24-99EF-68B63652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First 90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CC8A0-DA91-45C4-ADE6-94DC042A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64724-FC00-44EB-AB59-D2060FFF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3577E-BB91-4BFF-B53B-1C613EE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Feasibility, master's, or PhD</a:t>
            </a:r>
          </a:p>
        </p:txBody>
      </p:sp>
    </p:spTree>
    <p:extLst>
      <p:ext uri="{BB962C8B-B14F-4D97-AF65-F5344CB8AC3E}">
        <p14:creationId xmlns:p14="http://schemas.microsoft.com/office/powerpoint/2010/main" val="1120732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BD5A7-0BBC-48FF-8181-CD9EF68C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13 made the artifact reviewable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0F2E2-20BC-4C07-8E80-C619543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C0654-58C7-4A62-A79B-11CE39A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1FABB-B824-4D96-A183-CC7665A7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6C445-4D25-455B-A5EB-08566832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1D44D-F3D7-4D95-8F5E-CB2369F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457C6-6ED8-4847-8A89-378FDA3E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CAC28-1A14-4150-96FF-0A1A959A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EB69A-67B4-4B98-A908-24E1BA7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76447-452B-4C53-8311-C48EAE2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44E4F-4D08-47FD-AC80-694A104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B83D1-09FF-437E-89E0-D544CEFE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C70E2-1E91-4CF5-AE66-EF1DEFA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2BF2C-90B3-4345-92A2-7045A1C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7169C-D231-4AE2-B259-C86FC0F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revision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EDEF7-203E-4132-AE6B-6B3B6575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29D75-D739-4A0D-9F07-FB1EDEFB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CD7A5-3244-46E6-A5CA-E74A1BA9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REVISE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5394D-21C4-4005-87DB-DF990106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bounded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09923-1D80-41E7-B5C3-05B0CA29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089F1-02F0-4526-A111-5342234B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86679-F6F3-480E-A459-D2FB62F7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6C005-F893-4651-9F8E-CAE20417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argument</a:t>
            </a:r>
          </a:p>
        </p:txBody>
      </p:sp>
    </p:spTree>
    <p:extLst>
      <p:ext uri="{BB962C8B-B14F-4D97-AF65-F5344CB8AC3E}">
        <p14:creationId xmlns:p14="http://schemas.microsoft.com/office/powerpoint/2010/main" val="1079182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28249-A5A3-4C33-8BD1-287A366C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talk is a selected research argument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6F7C4-E412-4B3C-A06C-3AD3D5C3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F36D7-F34B-400E-AE53-A636310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F5174-0B57-485C-B778-026365F0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86DFE-13AA-458F-B50C-6BA0A663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11E53-AF3B-4621-B414-0D4612EE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DEF74-4078-4040-AD2D-76E2926B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BA632-DEA6-49F7-BA1A-FE9377B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29876-8E49-49AF-B2A1-2435602F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93FBB-D616-4EEB-8571-5499CD1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544B2-05D3-47E0-A9F0-0825822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is 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DF589-6D7B-415B-8396-F481812A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96926-F5F6-43C8-BDD9-4635FF73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30BD7-4F9C-4A69-8F1E-FD07A8F8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27FA8-43BE-4646-8543-08C1B780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how evidence 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A24B2-D2C1-4841-A84F-0513C7F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F6952-6C73-446D-86DA-4B81AC4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1052B-8887-48DD-95BA-4B94A439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94D31-32E8-47EE-B261-E15A43E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happened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9B01E-E08D-4474-9A17-225119D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2BD9E-D718-4779-84D9-D5152F7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FF7C2-6DD8-4DCD-91F8-DD40A06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1575F-1C5E-4122-B88F-EA3C484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can change</a:t>
            </a:r>
          </a:p>
        </p:txBody>
      </p:sp>
    </p:spTree>
    <p:extLst>
      <p:ext uri="{BB962C8B-B14F-4D97-AF65-F5344CB8AC3E}">
        <p14:creationId xmlns:p14="http://schemas.microsoft.com/office/powerpoint/2010/main" val="190809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CAD81-639E-4E0E-96C4-C1B03D9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Five questions the audience should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52056-26CB-4A96-AFD0-7E5BE196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153A2-FF11-4967-8594-BFAD920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C7ED7-20A8-4730-B6CC-60B5BC8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95375" y="1381125"/>
          <a:ext xmlns:a="http://schemas.openxmlformats.org/drawingml/2006/main" cx="10001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6675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in the talk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What matters?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Decision, population, or scientific gap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What was tested?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Bounded question and prediction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How was it tested?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Data, split, baseline, metric, selection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What happened?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Central result and uncertainty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What follows?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Limitation, release route, next experiment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499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A4F1C-F24F-44EC-BB48-359416BB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Eight-minute evidence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19424-2759-4317-99ED-6C09350D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75382-1ED6-4DC0-8DE2-5C963BB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BD3B3-8F7E-4BBE-B106-56FB11D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285875"/>
          <a:ext xmlns:a="http://schemas.openxmlformats.org/drawingml/2006/main" cx="106680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381250"/>
                <a:gridCol w="6286500"/>
              </a:tblGrid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Content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0:00–0:45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Motivate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 and relevance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0:45–1:30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and contribution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1:30–2:30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Identify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and evaluation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2:30–4:15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Explain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 and comparison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4:15–6:15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Show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 and qualification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6:15–7:15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Threat and claim boundary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7:15–8:00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Reproduce and next direction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527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3FC7C-A5B2-4124-AE62-D17BBBB7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Recommended main-slide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02546-5A2E-4208-AFE4-A28DA68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6994E-EC88-4AF0-9638-585DFD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BE0C8-4F15-48EC-B3BF-66FEC32E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2FA9C-E939-4958-8EA9-EFA4242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A8DAC-2F60-4D77-B241-47D4377A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73ACE-FB56-4156-B3C8-672A957F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problem +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E1617-04FE-4F72-B915-C7CFA42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F63F4-C449-4FA2-BE16-0DE54274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407AA-A707-450D-88F9-02074175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E57FF-84B7-4179-A62F-D834E14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question +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ED46A-34C2-4ECB-AC04-BB799EF4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E4402-AC52-4175-80FE-E1AB1517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F9B41-E7E8-44CD-975F-7723575D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8ADD9-2E26-4FCB-AABE-B963C3F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method +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C603A-89CC-451E-8345-604D8CC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1D2B9-79D6-4F50-950B-9C188A92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442DE-52B9-4E1E-897C-73C8B500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DB259-907E-4CEC-80D9-9676A6A0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 + limits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E2983-4CD3-48F4-A698-3089BCA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3EC3E-EEDD-4B1F-9B36-9A0964EE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8994D-CAE1-470C-908A-F45EC2B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8F975-683D-4377-BC89-6F3C5CE3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release + direction</a:t>
            </a:r>
          </a:p>
        </p:txBody>
      </p:sp>
    </p:spTree>
    <p:extLst>
      <p:ext uri="{BB962C8B-B14F-4D97-AF65-F5344CB8AC3E}">
        <p14:creationId xmlns:p14="http://schemas.microsoft.com/office/powerpoint/2010/main" val="874921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E4DCB-C11A-47CA-AF01-AA58B8D3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the contribution as a tested relation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7EA03-EA1B-4E92-8FD7-FCECAD85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1D012-CC59-41D1-92DC-B88073DE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A971A-8FBA-41DB-909F-5A44D0AA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9E941-AB47-4829-B3AD-A50B9A7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5C3E9-A84A-48FA-B13B-3DE9944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383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7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 tested whether [factor] changes [outcome] for [population] under [protocol], and found [result with uncertainty].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F21DC-FE36-4C7F-9E86-83A8E7F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858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48F70-216B-4799-A763-CD9B3B8C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contribution is the supported finding, analysis, or artifact. A model name is a method choice.</a:t>
            </a:r>
          </a:p>
        </p:txBody>
      </p:sp>
    </p:spTree>
    <p:extLst>
      <p:ext uri="{BB962C8B-B14F-4D97-AF65-F5344CB8AC3E}">
        <p14:creationId xmlns:p14="http://schemas.microsoft.com/office/powerpoint/2010/main" val="819284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35C96-8EB1-44B6-B263-5C726D1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Identify the evidence before the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42744-C3C5-4CCF-A619-02B084AF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9A494-34AF-4153-9550-3F3AC200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7033-AA3B-4F9C-8241-523C384D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F8E32-8123-4ECA-8384-0B2277F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0858F-6718-4C5E-9886-57BF6A1B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3780-EE22-473A-9EE7-0CBBA72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Unit +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A8D76-C29A-47A6-BBE8-9E116C33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08284-7742-4DFF-A908-7206BA43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POPULATION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CBAF9-48C9-4A74-8CD9-A18F71DE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Scope + exclusions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C3C71-0292-4845-B13A-CCC1AA9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6D6E4-CDCC-4994-8CBE-BFBBDB8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9CB82-4741-4F7C-AA02-010875A1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Version +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400D2-61B7-40E5-89F0-07C3285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21212-FF5E-4A8C-A501-4D42F72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5C4D8-94C2-41D8-BB4E-5B02FE46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 + validation +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C1386-5483-4029-ACAC-2F9F2127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7E80E-8D27-4098-A4C7-2BD12C95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F3FE4-16D4-4240-9B0E-B04813E7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Baseline + metric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B591A-6547-4A6A-81BC-26EEDA74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322CE-92B6-475F-8FA5-584B8B31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27229-9C9D-463C-9C59-34E827C6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Seeds, folds, sites, or samples</a:t>
            </a:r>
          </a:p>
        </p:txBody>
      </p:sp>
    </p:spTree>
    <p:extLst>
      <p:ext uri="{BB962C8B-B14F-4D97-AF65-F5344CB8AC3E}">
        <p14:creationId xmlns:p14="http://schemas.microsoft.com/office/powerpoint/2010/main" val="288413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F6949-BB7C-458E-8DD7-694D61EE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Explain only what interprets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12F71-1A6D-4B31-B2D4-0E3D51AF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70391-8FE7-4BDA-8149-96360FF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04371-8ADB-47F8-8E4C-20BD6126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00125" y="1428750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095875"/>
              </a:tblGrid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Keep in the main talk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Move to backup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Controlled factor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Complete layer listing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Mechanism tied to hypothesis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Full hyperparameter grid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Baseline and fairness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Installation details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Selection and compute budget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Secondary ablations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Inference rule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Full logs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0E10D-6CC3-4370-9E4A-6CFE232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723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B1EAE-DB32-409C-B3F0-E838215D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53100"/>
            <a:ext cx="701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method detail must help interpret the comparison</a:t>
            </a:r>
          </a:p>
        </p:txBody>
      </p:sp>
    </p:spTree>
    <p:extLst>
      <p:ext uri="{BB962C8B-B14F-4D97-AF65-F5344CB8AC3E}">
        <p14:creationId xmlns:p14="http://schemas.microsoft.com/office/powerpoint/2010/main" val="1795342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7F1AC8-3FD8-4C13-9646-DB5AC7B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central result slide has seven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C7509-2016-4F44-8D3D-4FBD98B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72677-AE19-49DB-94F6-935E9AF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81771-F161-4979-A721-CB8A7A4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F4C60-3814-4A38-B36B-98A8D8C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572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7006A-0AB0-4752-B7F6-EC86E6BD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430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2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comparison under the locked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62D2C-DFD9-4211-ACF8-50DAE79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A60EC-BCA9-4EF2-9DB5-96C32B70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6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6566E-027C-48CA-BD57-174D4321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8EDE5-D597-42D0-9E5F-39A0154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1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321FA-33E6-4B58-9345-6DF96BAC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52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DE9BB-0F0B-4005-9BFF-F03AB4F0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8C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912B-1574-4909-AEC2-408DB979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4AD91-FD1C-4E70-97C9-E918E664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CD343-484C-48FD-8E90-CBE64CD2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09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9A430-D3B8-4B65-AD35-CC5731D2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E1F80-8A39-49A4-B904-D526371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81B38-7A4F-4C0C-8511-FB84FCD8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30219-3FCF-4AF6-A4A0-043CF87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19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treatment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AE126-5573-4EEC-84E9-69F7233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9D00B-B04C-469B-AAF2-C77AAB0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states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FC912-3C63-4790-A9D5-0DD89E4A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PROTOCOL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4B1E3-2F3F-4C52-AD36-FF44DFE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population +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7AEB5-47C8-40C1-BB6A-A8C99E9D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A0471-767D-449F-B923-5AC0546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direction + units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06176-3AD5-45A8-B387-F04E18C9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E6F64-CD80-4D27-AC80-2EB954A5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n, seeds, or sites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4EBAD-5826-431E-AC63-FC7DB0A7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E1BCB-74D6-4125-8D7B-B98D8726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defined variation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5CF8F-F5EE-482C-8021-12271A0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0C530-DBB7-4DEE-9D3C-A9B26E4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67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or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479B3-CA0F-4BE9-BC1D-391E297D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95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6C83C-ED4B-4A77-A6CB-A891677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95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 ID + command</a:t>
            </a:r>
          </a:p>
        </p:txBody>
      </p:sp>
    </p:spTree>
    <p:extLst>
      <p:ext uri="{BB962C8B-B14F-4D97-AF65-F5344CB8AC3E}">
        <p14:creationId xmlns:p14="http://schemas.microsoft.com/office/powerpoint/2010/main" val="5085644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4951A-5ED4-4484-841D-C47C67D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Name what varies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A26E0-9401-4F0C-865E-7B051861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2746E-9435-48DD-8F1F-BCC9AF25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0B0D5-FFE0-4A9B-B524-75877E3C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EE836-56C0-465C-9539-99A319E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A08D0-4965-4A60-A24E-4501DB39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SEEDS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764DA-37E6-4B90-8037-30986862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Training randomness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F6381-B757-4651-B76A-68FDD10F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ACC77-618A-4499-A85D-E24BF87A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SAMPLES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DAF68-34E3-4803-8AED-D8D2813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Population sampling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A6CE4-999D-45EA-A674-E1BE84F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24EEF-ACD5-4276-ADC2-F26ACD18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FOLDS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3F785-6031-4F49-A29E-13B375E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Resampled partitions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CAF44-8289-4865-AEE2-6C9896C4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65FCF-4745-472B-96E0-443D3DB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SITES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1D8CC-B6BB-4097-8555-2816F4F6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External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6A24C-25D6-4AC6-B537-F63CFE0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FB4D3-E1D0-47D2-BD5B-C43C6A97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ANNOTATORS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28272-E174-4389-A04C-9C76331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Label construction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7A8C0-A6FC-4C95-A766-91B0ABD4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5A349-0C6A-444B-B765-C84AA084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528DB-8AE3-4A33-AC00-B81630C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Timing or numerics</a:t>
            </a:r>
          </a:p>
        </p:txBody>
      </p:sp>
    </p:spTree>
    <p:extLst>
      <p:ext uri="{BB962C8B-B14F-4D97-AF65-F5344CB8AC3E}">
        <p14:creationId xmlns:p14="http://schemas.microsoft.com/office/powerpoint/2010/main" val="746176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87EB4-189F-438A-9C37-E488124E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Negative evidence needs a capable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ECA3C-45DD-4CE9-8405-F3817FD2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2BB1D-3705-4B4F-AB85-73C92787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B91C1-656B-4275-8052-779FFADE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6608-C79C-4834-8587-988BFF3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14792-CEF3-4809-BA4A-5C9B6288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IMPLEMENT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B76D2-B554-4CCA-85EE-026C8521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Checks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D1B3A-2F72-46E9-9D13-EF979A0F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6FDF3-64B4-4175-B185-F6179D7A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A989A-676C-451C-BCB5-03C2022C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Budget is credible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34981-67E0-4BAF-A4DD-15549FB3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C6CE5-2857-4577-BE5D-8F702A7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EC198-355E-4913-BA97-9B6600BE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is fair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C2DE8-6767-4785-B75E-9BBB7D47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0C961-8170-49B0-8BC3-22EF899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8B7EE-D5B0-4F54-99E8-ADB0AFAB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 can detect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F8017-7445-4FBB-9A2E-A25EF14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48EF2-8F89-40BB-B135-1C183B2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62653-B39A-4CDE-9118-288C51A1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Variation is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282E2-3D5B-4C5D-B517-C268D84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7A8DE-6448-4061-82DE-4561221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MANIPULATE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987D0-6F6D-419F-827A-735B028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Factor changed as intended</a:t>
            </a:r>
          </a:p>
        </p:txBody>
      </p:sp>
    </p:spTree>
    <p:extLst>
      <p:ext uri="{BB962C8B-B14F-4D97-AF65-F5344CB8AC3E}">
        <p14:creationId xmlns:p14="http://schemas.microsoft.com/office/powerpoint/2010/main" val="7543427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9C194-AE9F-4260-98FD-D62BE601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limitation protects the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AEE6B-2B42-490D-8108-A76CF83E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34FCD-5407-4236-A26E-EA18A0D7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CABE3-EEA6-4DAF-A474-4F76FA43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93CC9-F84F-44DC-9551-BCF5C235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75F25-FE43-47B5-AACD-93ED693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383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Because [boundary], the experiment does not establish [claim]. This may [consequence].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E4147-816D-4B7B-B221-B3F1867F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858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A8E93-14DB-47F5-A69C-F6BD4B23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 [specific experiment] using [decision rule].</a:t>
            </a:r>
          </a:p>
        </p:txBody>
      </p:sp>
    </p:spTree>
    <p:extLst>
      <p:ext uri="{BB962C8B-B14F-4D97-AF65-F5344CB8AC3E}">
        <p14:creationId xmlns:p14="http://schemas.microsoft.com/office/powerpoint/2010/main" val="10295120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4B435-AE20-48A7-9259-71DF9807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Use result titles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50BB7-4F1B-4A02-9C77-10028BEE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0DF0B-07A5-46B3-9E99-A5602836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E7605-4D71-4B34-ADA0-A5E4C78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810500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Section label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Evidence-bearing title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Group-wise splitting removed the apparent gain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Ablation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Removing the gate increased long-sequence error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Robustness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The benefit disappeared under site shift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Limitations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The result covers one site and five seeds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AD28B-8250-47F1-97DA-DD8557E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72125"/>
            <a:ext cx="752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2C8E5-57DA-43F2-A46E-EB1E39C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657850"/>
            <a:ext cx="729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visual must allow the audience to verify the title</a:t>
            </a:r>
          </a:p>
        </p:txBody>
      </p:sp>
    </p:spTree>
    <p:extLst>
      <p:ext uri="{BB962C8B-B14F-4D97-AF65-F5344CB8AC3E}">
        <p14:creationId xmlns:p14="http://schemas.microsoft.com/office/powerpoint/2010/main" val="916104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0AE7C-6904-4BCA-B866-B2D09127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Visual evidence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A8FE5-5199-42A6-A764-33556490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68046-A467-4343-961F-668498C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40089-B474-4810-91FB-A15B7746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10BA2-8DF5-4F49-BCA6-A135F253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F3363-0294-44B0-BED7-2B0E4A04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FCE67-6671-4198-9904-48120639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question per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8AAFA-EBAF-4181-BC27-3E341109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A9EEF-AC05-4A1A-95D3-C84B8338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DCA00-0C4C-4E92-B970-8AF34881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Units, counts, and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07A60-ACAA-4AEB-BA7D-835C00B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339A6-8864-45A7-8B4E-212B6F2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2A925-01C6-4BDF-B484-3F05A17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Conditions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49ABC-4D8B-4139-8B20-934D9FA4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E4E95-3EC1-4835-BBB5-DE1F7E08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6F509-7EC5-4722-908C-395345F8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Color plus labels or shapes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56E96-3E00-4EE3-B2D4-A0F549A6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D5D0F-1323-4286-A5BE-C0D556AE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C2D0C-B4CE-42F9-A065-9FD03DD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Example rule declared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86422-FC39-4D48-B52A-8FE7296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C7A1D-629B-4145-8D00-F50699E5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316C2-833A-46E1-A57D-B8C6C9A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Source or command</a:t>
            </a:r>
          </a:p>
        </p:txBody>
      </p:sp>
    </p:spTree>
    <p:extLst>
      <p:ext uri="{BB962C8B-B14F-4D97-AF65-F5344CB8AC3E}">
        <p14:creationId xmlns:p14="http://schemas.microsoft.com/office/powerpoint/2010/main" val="1362850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E7390-8465-4D24-9119-174A04FD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for the room and for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DEB86-B405-4DF9-9670-59D95D39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06E2D-87EE-4958-A354-62B2C80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7287F-6BCA-4DC8-8BE2-2F24723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3B20B-0089-4649-A983-D527250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F4EF0-74B9-4087-882D-EADC4B6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927DC-1C27-44AE-A778-4C79A3B0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Large type + contrast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E8430-2788-4C1E-8001-682CE17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AF27B-32F7-4546-9F42-51ACE11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3BE71-521A-482A-AE72-6F010120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Consistent visual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46BC9-51D2-4BF0-A0C2-51F8305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C7386-A1D4-48E1-BF22-B75F0D0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REDUNDANCY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726F7-63AE-4257-B12C-BF97C08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Labels plus color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A5517-8426-4FFF-A094-0907AEB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5DFB5-57DD-4149-B8CF-FFD4E658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689D8-1BC4-4D99-89D3-CE1CC487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Captions or transcript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6D85B-F13F-4061-BB14-F718A233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A15BA-1E30-475D-B2AD-8A3CB4A7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8669D-6E0E-46CB-8DB7-53ED328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PDF + static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E152F-11C5-4CE2-B44D-8EF0FC5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5570B-55A5-47EE-81D4-168CA4E1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8D232-3E60-42A0-A9AC-54B25619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identifying records</a:t>
            </a:r>
          </a:p>
        </p:txBody>
      </p:sp>
    </p:spTree>
    <p:extLst>
      <p:ext uri="{BB962C8B-B14F-4D97-AF65-F5344CB8AC3E}">
        <p14:creationId xmlns:p14="http://schemas.microsoft.com/office/powerpoint/2010/main" val="11389961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74E0C-ADF4-4AAA-A49E-C49354E6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Rehearsal is a communication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9EBA1-F727-4E3B-B451-7AA2217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1DE7B-2CFB-414B-A33F-B8B00076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296D9-4711-4499-BA1F-E6521868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9AE42-E318-4207-9C79-7653C35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9FB07-BEC6-475F-A6BA-914661E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A3822-124A-4823-B397-57A7AE49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no interruption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EF6AA-67EA-4089-81BB-94209ECC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0C4BC-6A4D-4621-B3B2-1AFA063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A118C-DA77-437B-BEAA-A41BDE52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7BF03-A878-44D5-A16F-C32CD82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time + unclear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B9BAC-BA1F-417C-AFD5-65C0738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2E30C-3FDA-4316-B1B9-BE6F4C5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4D456-1C12-4762-8B56-16A3B10C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RECONSTRUCT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9046E-6C50-474F-B1A6-6C9EFC26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question +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4DACD-9599-49C9-9EBD-71079CB3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090AC-0E3B-4ACE-8680-E56EDE07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27F86-BEBD-4CEF-9E6B-02AB32CF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2BB20-DDAF-4034-82D0-BDA9679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intended message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ADACD-5E1F-4F61-A06C-AE912D2C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A398-E2E9-4106-815D-8E3A3EEF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E8F50-705A-44FA-92D3-B1A62EFE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REVISE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CC118-D634-4576-9C71-17E3C75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title + transition</a:t>
            </a:r>
          </a:p>
        </p:txBody>
      </p:sp>
    </p:spTree>
    <p:extLst>
      <p:ext uri="{BB962C8B-B14F-4D97-AF65-F5344CB8AC3E}">
        <p14:creationId xmlns:p14="http://schemas.microsoft.com/office/powerpoint/2010/main" val="19442577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3CEDA-D050-4546-9228-20D69B5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Classify the question before answering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88E34-627B-43AD-9517-2C7FCC2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E90A9-8565-4807-8762-F1866FE1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6705A-F6E4-4745-9FD6-89CC761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285875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810500"/>
              </a:tblGrid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type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 response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Define object, population, metric, or protocol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Point to result, uncertainty, and procedure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Validity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Name threat and affected claim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Separate observation from explanation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State evaluated population and external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Name resources, time, and approvals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Name experiment and 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8792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CC962-7019-4A3A-A961-FEE9C43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the Q&amp;A answer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2B828-6C8A-43B7-964B-634BFBB8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73EB3-AC50-4713-8768-2E95EFB9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EC4D3-BC8C-42A3-955C-6E82BEE6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1C7B1-71A9-4D81-A7DF-484E8759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E5DAC-2DAF-4493-A62B-FF498623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F83F0-7D25-49C1-A788-0D4B242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was recorded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3455C-3744-45C3-B955-025AFCA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D4514-F593-4214-B96E-D95C408E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4857-B229-4539-87BF-1A369B5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4498F-68B9-4E03-A572-DC6E742B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protocol supports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C7A95-1E56-40BE-9555-81A0822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B5C51-815A-4A76-A940-06D4741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3C3DC-636B-47E9-9253-19E85EF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8A3D4-D1A6-43FD-A612-30AD71CD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CE04F-D575-45D1-9037-25FB9EB7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98C09-4051-4A25-B0AB-BB934E9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A5EDB-6617-4109-A983-27AF4C00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4CAE5-9379-416E-BE43-33A25451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would resolve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5B0A6-F0CB-4022-A0FA-E03230CA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B6CA5-38E0-44F3-A678-57B7C8B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2B99D-117E-43F5-9E1E-C6A48F2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E61C6-D54A-4F05-9B7C-D7FEAD6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invent</a:t>
            </a:r>
          </a:p>
        </p:txBody>
      </p:sp>
    </p:spTree>
    <p:extLst>
      <p:ext uri="{BB962C8B-B14F-4D97-AF65-F5344CB8AC3E}">
        <p14:creationId xmlns:p14="http://schemas.microsoft.com/office/powerpoint/2010/main" val="6856584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D531F-B31D-4B20-A978-09EA9B2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Build direction from an observed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F983D-5DF2-4BBF-B496-366C980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87B94-6D73-4439-9FB0-85A8BD11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F426-4BCA-49CE-A22A-719278E8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3D646-74BC-4F9F-A7AB-7E266686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CC9FA-81FB-4A1B-919B-E4ECD75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DE99F-7000-4792-A3FB-93474A16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observed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FB0A9-7BC5-4802-A402-0ECED5E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D416A-B5C6-4FEA-A78A-A1D8D96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67740-1724-47A2-8053-6185E359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6BC8E-4FE1-4F17-A056-163C4735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two mechanisms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45628-7169-48E3-A72C-ADA9383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CB420-1083-4BE4-90AF-8ED30A51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FA119-24F7-440F-82CB-36A28231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DISCRIMINATE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16B97-19D0-49A0-94A9-A60734E5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different predictions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DE0FC-033A-46E6-B158-2CF52D9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CFC0B-0901-4FFF-B7AE-EA62397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FDAC2-ABFA-43EA-A635-288B452B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473DA-BEDF-49AC-809E-33B9BABC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threshold + stop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304C7-8916-49DA-A8E0-054AE4AB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CECD9-B1D6-4A0D-A115-2FB7F88E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0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06620-7FCE-4251-B7CC-BC845FC1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7E5B7-E53A-4782-B667-7D9FE5FE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staged research</a:t>
            </a:r>
          </a:p>
        </p:txBody>
      </p:sp>
    </p:spTree>
    <p:extLst>
      <p:ext uri="{BB962C8B-B14F-4D97-AF65-F5344CB8AC3E}">
        <p14:creationId xmlns:p14="http://schemas.microsoft.com/office/powerpoint/2010/main" val="5753655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C0479-7268-42CD-9DA4-B3EE5D7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Match the direction to its current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4C96F-553A-44C5-9A40-50FE5B6C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0AD2B-271F-48BE-AD6E-DC44F9BF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3036-8601-4D17-9EE6-CCA3B9D6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143375"/>
                <a:gridCol w="4762500"/>
              </a:tblGrid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target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needed now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Feasibility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Access, measurement,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Bounded pilot + stop condition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Master's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 focused contribution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Usable data + 6–18 month plan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PhD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Connected program of questions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Enduring gap + staged multi-study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2A503-B71D-45F5-A310-C04E47D4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8637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85A4-D984-423E-B626-A9E0A051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Program requirements and supervisor judgment determine final scope.</a:t>
            </a:r>
          </a:p>
        </p:txBody>
      </p:sp>
    </p:spTree>
    <p:extLst>
      <p:ext uri="{BB962C8B-B14F-4D97-AF65-F5344CB8AC3E}">
        <p14:creationId xmlns:p14="http://schemas.microsoft.com/office/powerpoint/2010/main" val="261228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9F14A-A97E-4B7B-8E5B-51D5A1E3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the first 90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DFD28-FF13-453A-92E4-B0323F7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87EF5-D1C2-47A2-8762-82AE442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86663-5EFD-4323-B158-35320412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106680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334000"/>
                <a:gridCol w="3619500"/>
              </a:tblGrid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Days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evidence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Possible outcome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1–30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Baseline, access, gap, stop criteria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is measurable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31–60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Minimum experiment + integrity checks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Mechanisms separate or not</a:t>
                      </a:r>
                    </a:p>
                  </a:txBody>
                  <a:tcPr marL="91440" marR="91440" marT="45720" marB="45720">
                    <a:solidFill>
                      <a:srgbClr val="203D55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61–90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record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Continue, narrow, redirect, or stop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F5954-40DE-48F1-B0F0-164E08F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23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BE241-D362-4CCA-84B9-063507C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19725"/>
            <a:ext cx="701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stop decision can be a successful research outcome</a:t>
            </a:r>
          </a:p>
        </p:txBody>
      </p:sp>
    </p:spTree>
    <p:extLst>
      <p:ext uri="{BB962C8B-B14F-4D97-AF65-F5344CB8AC3E}">
        <p14:creationId xmlns:p14="http://schemas.microsoft.com/office/powerpoint/2010/main" val="18158700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08360-6283-471C-8A4F-6408D76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Freeze the final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F912C-7FEC-4E2F-9EC4-D35F37EF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E4695-99B1-4A6E-BCF9-AFC89F0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029C4-644F-4308-B4D2-06FBCDEE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2E41D-D26E-4DFC-9752-82E28277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40662-701A-4A1F-AAC0-25528B46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8E9D2-E88D-44D1-BA71-CA9374C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Repository +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EB4CB-665E-4108-9876-C2014848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5386A-F7E5-4949-8629-5E9684C7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FB9E9-22D1-428F-9E19-A39A480C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 +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AEFD9-7B1E-40D8-98D4-834B33F1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FFA5E-EDB9-4E49-8610-E0B3586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4E180-5107-4603-B64C-2AED56A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Environment + 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E0ACC-6D72-4280-BC7C-C11E9DC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6441D-201A-4C47-8A77-883E4A7C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90C5A-9ADA-4D0B-8068-DDFECDE2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 + hashes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04AAF-7BEF-45D3-B2AF-12D7FFB8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28003-4EF4-41FB-A606-070ECE23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GOVERN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C9A70-18AA-4B00-8208-79741FA5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License + 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9AE78-4579-4D80-A76F-9335D79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23F57-9E3D-4495-BFFA-98142023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1EB84-2DD4-4B2E-8AD1-30635030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Limits + direction</a:t>
            </a:r>
          </a:p>
        </p:txBody>
      </p:sp>
    </p:spTree>
    <p:extLst>
      <p:ext uri="{BB962C8B-B14F-4D97-AF65-F5344CB8AC3E}">
        <p14:creationId xmlns:p14="http://schemas.microsoft.com/office/powerpoint/2010/main" val="2412761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BE868-6C4C-4EFD-9CBB-A2EED41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audit complements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B1DE6-CA84-419B-881E-27BE212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2F400-3FB0-4A42-813E-F2955674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7320C-9A06-4FA1-A9AD-E4FD5BA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E0F48-6EF5-4E96-8F74-DB2763C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3650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40267-5B19-42ED-AB83-BDFBB82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labs/week14_release_audit.py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--audit-only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python labs/week14_release_audit.py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--project-root path/to/project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--manifest project-release.json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# optional only in intended repository</a:t>
            </a:r>
          </a:p>
          <a:p xmlns:a="http://schemas.openxmlformats.org/drawingml/2006/main">
            <a:pPr algn="l">
              <a:defRPr sz="15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  --verify-git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D47CA-65BD-4C02-9274-F4EAA133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1261F-E2CC-4F7B-A246-ACB6FDA1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287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580BA-096F-4CDB-A8E8-183145FE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81917-015D-4D06-8AF6-1DF99CAB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850BB-93BF-490D-8D52-09B3EE1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PATHS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668E0-C420-47F4-A360-39ACD71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portable + bounded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32F07-D5C7-4978-89CE-D58D5D1F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099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C5044-5944-4AFD-989B-7B6C4A7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HASHES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402D9-8033-42D8-97E2-F3C9ED64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declared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6B47B-C501-42A5-93B1-6CE0E46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61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304CA-6C11-4195-959F-092C8F18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08389-AF45-4549-84BD-2E6C28BC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credential patterns</a:t>
            </a:r>
          </a:p>
        </p:txBody>
      </p:sp>
    </p:spTree>
    <p:extLst>
      <p:ext uri="{BB962C8B-B14F-4D97-AF65-F5344CB8AC3E}">
        <p14:creationId xmlns:p14="http://schemas.microsoft.com/office/powerpoint/2010/main" val="13736105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723B1-050F-480A-804B-EC61B258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defense and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A7C46-5ABC-4E32-A885-6116D4A4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E112E-2EA5-4B05-B7BD-8E728C45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DFF64-8679-4033-8EEF-38154E8A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6B5A-5960-46BC-8BB0-FC46103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2B4D7-4761-4CBC-AF71-94E02907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1B90B-39FF-4D2D-BA28-C24F00A1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reviewable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77A92-922C-4B0C-AE53-5B8DF9A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A109C-63B6-4D66-8FA0-A96E439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ACB2D-47FF-4279-A689-5AE53317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and evidence aligned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66AE0-CCDF-482E-9205-FF79233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428750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C7954-1751-40E3-B591-845E2C9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638300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TALK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546BA-67D2-4877-9471-49CF99E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047875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Eight-minute argument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C72A2-44CD-4E5C-B328-B5DBEA68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6C63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C4AEB-30A9-4DF5-9D7C-83B2EF86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C63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C63A8"/>
                </a:solidFill>
                <a:latin typeface="Arial"/>
                <a:ea typeface="Arial"/>
                <a:cs typeface="Arial"/>
              </a:rPr>
              <a:t>DEFENSE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7DB04-F891-4256-B863-1AC2458A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Answers within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2B886-FD3D-486F-8BB6-1651993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32764-7120-4C79-BAB7-744523E7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BE01F-88F8-4884-93C9-FB82A76D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Discriminating next study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271B8-F8B1-45F4-A871-51D0D5D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3800475"/>
            <a:ext cx="3441700" cy="2105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FCB34-C470-415C-BC94-F3B308F7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10025"/>
            <a:ext cx="298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E92F1-E216-4C1C-A359-A66B7DE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419600"/>
            <a:ext cx="298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Established, unresolved, next</a:t>
            </a:r>
          </a:p>
        </p:txBody>
      </p:sp>
    </p:spTree>
    <p:extLst>
      <p:ext uri="{BB962C8B-B14F-4D97-AF65-F5344CB8AC3E}">
        <p14:creationId xmlns:p14="http://schemas.microsoft.com/office/powerpoint/2010/main" val="2014378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2026-09-11T10:45:54.7090000Z</dcterms:created>
  <dcterms:modified xsi:type="dcterms:W3CDTF">2026-09-11T10:45:54.7090000Z</dcterms:modified>
</coreProperties>
</file>