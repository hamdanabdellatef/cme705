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142d1606cf4048" /><Relationship Type="http://schemas.openxmlformats.org/officeDocument/2006/relationships/extended-properties" Target="/docProps/app.xml" Id="R3e0ac606d90d4af4" /><Relationship Type="http://schemas.openxmlformats.org/officeDocument/2006/relationships/officeDocument" Target="/ppt/presentation.xml" Id="Rdf885902e88f4b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8f6c96b73b4f49"/>
  </p:sldMasterIdLst>
  <p:notesMasterIdLst>
    <p:notesMasterId xmlns:r="http://schemas.openxmlformats.org/officeDocument/2006/relationships" r:id="Rf08b8cdbb6644c7e"/>
  </p:notesMasterIdLst>
  <p:sldIdLst>
    <p:sldId xmlns:r="http://schemas.openxmlformats.org/officeDocument/2006/relationships" id="256" r:id="R6625c93efb9349ec"/>
    <p:sldId xmlns:r="http://schemas.openxmlformats.org/officeDocument/2006/relationships" id="257" r:id="R4a60ad1fd32446a2"/>
    <p:sldId xmlns:r="http://schemas.openxmlformats.org/officeDocument/2006/relationships" id="258" r:id="Ra266de02161c4b96"/>
    <p:sldId xmlns:r="http://schemas.openxmlformats.org/officeDocument/2006/relationships" id="259" r:id="R92ec600a96c14b4c"/>
    <p:sldId xmlns:r="http://schemas.openxmlformats.org/officeDocument/2006/relationships" id="260" r:id="R15e6c685bf494c6f"/>
    <p:sldId xmlns:r="http://schemas.openxmlformats.org/officeDocument/2006/relationships" id="261" r:id="R5f58c95c8c1a4e48"/>
    <p:sldId xmlns:r="http://schemas.openxmlformats.org/officeDocument/2006/relationships" id="262" r:id="R05502c26f9dc4186"/>
    <p:sldId xmlns:r="http://schemas.openxmlformats.org/officeDocument/2006/relationships" id="263" r:id="R42fdfb9009ba4b22"/>
    <p:sldId xmlns:r="http://schemas.openxmlformats.org/officeDocument/2006/relationships" id="264" r:id="Rc58cf66b75ce4cc3"/>
    <p:sldId xmlns:r="http://schemas.openxmlformats.org/officeDocument/2006/relationships" id="265" r:id="R2684abb4fd7e45b6"/>
    <p:sldId xmlns:r="http://schemas.openxmlformats.org/officeDocument/2006/relationships" id="266" r:id="R303d7485b0ae4717"/>
    <p:sldId xmlns:r="http://schemas.openxmlformats.org/officeDocument/2006/relationships" id="267" r:id="Rf306ac70bec94071"/>
    <p:sldId xmlns:r="http://schemas.openxmlformats.org/officeDocument/2006/relationships" id="268" r:id="R73377e1327d642a1"/>
    <p:sldId xmlns:r="http://schemas.openxmlformats.org/officeDocument/2006/relationships" id="269" r:id="R6a48d8d64c3f4e37"/>
    <p:sldId xmlns:r="http://schemas.openxmlformats.org/officeDocument/2006/relationships" id="270" r:id="R393648f61b284cbc"/>
    <p:sldId xmlns:r="http://schemas.openxmlformats.org/officeDocument/2006/relationships" id="271" r:id="R5cf15b003eb34c76"/>
    <p:sldId xmlns:r="http://schemas.openxmlformats.org/officeDocument/2006/relationships" id="272" r:id="Rc4df603f3fec4eb8"/>
    <p:sldId xmlns:r="http://schemas.openxmlformats.org/officeDocument/2006/relationships" id="273" r:id="R678618f22fdc438b"/>
    <p:sldId xmlns:r="http://schemas.openxmlformats.org/officeDocument/2006/relationships" id="274" r:id="Rd82f2043eab0443a"/>
    <p:sldId xmlns:r="http://schemas.openxmlformats.org/officeDocument/2006/relationships" id="275" r:id="R7607646b25bb4274"/>
    <p:sldId xmlns:r="http://schemas.openxmlformats.org/officeDocument/2006/relationships" id="276" r:id="Rb8ec3d2cca14423f"/>
    <p:sldId xmlns:r="http://schemas.openxmlformats.org/officeDocument/2006/relationships" id="277" r:id="R61b6f6d19fbd45ff"/>
    <p:sldId xmlns:r="http://schemas.openxmlformats.org/officeDocument/2006/relationships" id="278" r:id="Rcbbffd63491a4ab5"/>
    <p:sldId xmlns:r="http://schemas.openxmlformats.org/officeDocument/2006/relationships" id="279" r:id="R4661c41f0cff4cb8"/>
    <p:sldId xmlns:r="http://schemas.openxmlformats.org/officeDocument/2006/relationships" id="280" r:id="R188e4c0fc4c34af5"/>
    <p:sldId xmlns:r="http://schemas.openxmlformats.org/officeDocument/2006/relationships" id="281" r:id="Rce9bd5a7e02d4bb3"/>
    <p:sldId xmlns:r="http://schemas.openxmlformats.org/officeDocument/2006/relationships" id="282" r:id="Rf6d60f23f6084293"/>
    <p:sldId xmlns:r="http://schemas.openxmlformats.org/officeDocument/2006/relationships" id="283" r:id="R0f0a554ed615420a"/>
    <p:sldId xmlns:r="http://schemas.openxmlformats.org/officeDocument/2006/relationships" id="284" r:id="R1452fd0dc9a94db5"/>
    <p:sldId xmlns:r="http://schemas.openxmlformats.org/officeDocument/2006/relationships" id="285" r:id="R48297a93e5414f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8dec035b704788" /><Relationship Type="http://schemas.openxmlformats.org/officeDocument/2006/relationships/slideMaster" Target="/ppt/slideMasters/slideMaster1.xml" Id="Rc28f6c96b73b4f49" /><Relationship Type="http://schemas.openxmlformats.org/officeDocument/2006/relationships/notesMaster" Target="/ppt/notesMasters/notesMaster1.xml" Id="Rf08b8cdbb6644c7e" /><Relationship Type="http://schemas.openxmlformats.org/officeDocument/2006/relationships/presProps" Target="/ppt/presProps.xml" Id="R274081ae9c9d4494" /><Relationship Type="http://schemas.openxmlformats.org/officeDocument/2006/relationships/tableStyles" Target="/ppt/tableStyles.xml" Id="Rb325a284c07e490a" /><Relationship Type="http://schemas.openxmlformats.org/officeDocument/2006/relationships/slide" Target="/ppt/slides/slide1.xml" Id="R6625c93efb9349ec" /><Relationship Type="http://schemas.openxmlformats.org/officeDocument/2006/relationships/slide" Target="/ppt/slides/slide2.xml" Id="R4a60ad1fd32446a2" /><Relationship Type="http://schemas.openxmlformats.org/officeDocument/2006/relationships/slide" Target="/ppt/slides/slide3.xml" Id="Ra266de02161c4b96" /><Relationship Type="http://schemas.openxmlformats.org/officeDocument/2006/relationships/slide" Target="/ppt/slides/slide4.xml" Id="R92ec600a96c14b4c" /><Relationship Type="http://schemas.openxmlformats.org/officeDocument/2006/relationships/slide" Target="/ppt/slides/slide5.xml" Id="R15e6c685bf494c6f" /><Relationship Type="http://schemas.openxmlformats.org/officeDocument/2006/relationships/slide" Target="/ppt/slides/slide6.xml" Id="R5f58c95c8c1a4e48" /><Relationship Type="http://schemas.openxmlformats.org/officeDocument/2006/relationships/slide" Target="/ppt/slides/slide7.xml" Id="R05502c26f9dc4186" /><Relationship Type="http://schemas.openxmlformats.org/officeDocument/2006/relationships/slide" Target="/ppt/slides/slide8.xml" Id="R42fdfb9009ba4b22" /><Relationship Type="http://schemas.openxmlformats.org/officeDocument/2006/relationships/slide" Target="/ppt/slides/slide9.xml" Id="Rc58cf66b75ce4cc3" /><Relationship Type="http://schemas.openxmlformats.org/officeDocument/2006/relationships/slide" Target="/ppt/slides/slide10.xml" Id="R2684abb4fd7e45b6" /><Relationship Type="http://schemas.openxmlformats.org/officeDocument/2006/relationships/slide" Target="/ppt/slides/slide11.xml" Id="R303d7485b0ae4717" /><Relationship Type="http://schemas.openxmlformats.org/officeDocument/2006/relationships/slide" Target="/ppt/slides/slide12.xml" Id="Rf306ac70bec94071" /><Relationship Type="http://schemas.openxmlformats.org/officeDocument/2006/relationships/slide" Target="/ppt/slides/slide13.xml" Id="R73377e1327d642a1" /><Relationship Type="http://schemas.openxmlformats.org/officeDocument/2006/relationships/slide" Target="/ppt/slides/slide14.xml" Id="R6a48d8d64c3f4e37" /><Relationship Type="http://schemas.openxmlformats.org/officeDocument/2006/relationships/slide" Target="/ppt/slides/slide15.xml" Id="R393648f61b284cbc" /><Relationship Type="http://schemas.openxmlformats.org/officeDocument/2006/relationships/slide" Target="/ppt/slides/slide16.xml" Id="R5cf15b003eb34c76" /><Relationship Type="http://schemas.openxmlformats.org/officeDocument/2006/relationships/slide" Target="/ppt/slides/slide17.xml" Id="Rc4df603f3fec4eb8" /><Relationship Type="http://schemas.openxmlformats.org/officeDocument/2006/relationships/slide" Target="/ppt/slides/slide18.xml" Id="R678618f22fdc438b" /><Relationship Type="http://schemas.openxmlformats.org/officeDocument/2006/relationships/slide" Target="/ppt/slides/slide19.xml" Id="Rd82f2043eab0443a" /><Relationship Type="http://schemas.openxmlformats.org/officeDocument/2006/relationships/slide" Target="/ppt/slides/slide20.xml" Id="R7607646b25bb4274" /><Relationship Type="http://schemas.openxmlformats.org/officeDocument/2006/relationships/slide" Target="/ppt/slides/slide21.xml" Id="Rb8ec3d2cca14423f" /><Relationship Type="http://schemas.openxmlformats.org/officeDocument/2006/relationships/slide" Target="/ppt/slides/slide22.xml" Id="R61b6f6d19fbd45ff" /><Relationship Type="http://schemas.openxmlformats.org/officeDocument/2006/relationships/slide" Target="/ppt/slides/slide23.xml" Id="Rcbbffd63491a4ab5" /><Relationship Type="http://schemas.openxmlformats.org/officeDocument/2006/relationships/slide" Target="/ppt/slides/slide24.xml" Id="R4661c41f0cff4cb8" /><Relationship Type="http://schemas.openxmlformats.org/officeDocument/2006/relationships/slide" Target="/ppt/slides/slide25.xml" Id="R188e4c0fc4c34af5" /><Relationship Type="http://schemas.openxmlformats.org/officeDocument/2006/relationships/slide" Target="/ppt/slides/slide26.xml" Id="Rce9bd5a7e02d4bb3" /><Relationship Type="http://schemas.openxmlformats.org/officeDocument/2006/relationships/slide" Target="/ppt/slides/slide27.xml" Id="Rf6d60f23f6084293" /><Relationship Type="http://schemas.openxmlformats.org/officeDocument/2006/relationships/slide" Target="/ppt/slides/slide28.xml" Id="R0f0a554ed615420a" /><Relationship Type="http://schemas.openxmlformats.org/officeDocument/2006/relationships/slide" Target="/ppt/slides/slide29.xml" Id="R1452fd0dc9a94db5" /><Relationship Type="http://schemas.openxmlformats.org/officeDocument/2006/relationships/slide" Target="/ppt/slides/slide30.xml" Id="R48297a93e541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cc7935bfd348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d39325d1754a1d" /><Relationship Type="http://schemas.openxmlformats.org/officeDocument/2006/relationships/notesMaster" Target="/ppt/notesMasters/notesMaster1.xml" Id="R3da0d854e5cb44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45571e8dba4420" /><Relationship Type="http://schemas.openxmlformats.org/officeDocument/2006/relationships/notesMaster" Target="/ppt/notesMasters/notesMaster1.xml" Id="R69c5ddfa96e04a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f0423aed96484c" /><Relationship Type="http://schemas.openxmlformats.org/officeDocument/2006/relationships/notesMaster" Target="/ppt/notesMasters/notesMaster1.xml" Id="Re576dff3b27f4f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238cb9fb0c4a4f" /><Relationship Type="http://schemas.openxmlformats.org/officeDocument/2006/relationships/notesMaster" Target="/ppt/notesMasters/notesMaster1.xml" Id="R02fbe3e6185849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26e0d3e4c04ca3" /><Relationship Type="http://schemas.openxmlformats.org/officeDocument/2006/relationships/notesMaster" Target="/ppt/notesMasters/notesMaster1.xml" Id="R88a2cdbc04754d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a4fc6ad9c34d35" /><Relationship Type="http://schemas.openxmlformats.org/officeDocument/2006/relationships/notesMaster" Target="/ppt/notesMasters/notesMaster1.xml" Id="R47c6f212dfa9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07451908554609" /><Relationship Type="http://schemas.openxmlformats.org/officeDocument/2006/relationships/notesMaster" Target="/ppt/notesMasters/notesMaster1.xml" Id="R0a562cd28c2f40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0f295759324f2f" /><Relationship Type="http://schemas.openxmlformats.org/officeDocument/2006/relationships/notesMaster" Target="/ppt/notesMasters/notesMaster1.xml" Id="Rf085ecfdf54b46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38814575784474" /><Relationship Type="http://schemas.openxmlformats.org/officeDocument/2006/relationships/notesMaster" Target="/ppt/notesMasters/notesMaster1.xml" Id="Rc969510ece7640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b2c0a2c5c14a3a" /><Relationship Type="http://schemas.openxmlformats.org/officeDocument/2006/relationships/notesMaster" Target="/ppt/notesMasters/notesMaster1.xml" Id="R0b0c783097b04a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540cd27be14845" /><Relationship Type="http://schemas.openxmlformats.org/officeDocument/2006/relationships/notesMaster" Target="/ppt/notesMasters/notesMaster1.xml" Id="R200566d401bb4c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cd749b882b4dad" /><Relationship Type="http://schemas.openxmlformats.org/officeDocument/2006/relationships/notesMaster" Target="/ppt/notesMasters/notesMaster1.xml" Id="R96ec673e13b24d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1823f2c7f94d4a" /><Relationship Type="http://schemas.openxmlformats.org/officeDocument/2006/relationships/notesMaster" Target="/ppt/notesMasters/notesMaster1.xml" Id="R65a05424425847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4cff1271d345b0" /><Relationship Type="http://schemas.openxmlformats.org/officeDocument/2006/relationships/notesMaster" Target="/ppt/notesMasters/notesMaster1.xml" Id="R94bd9f66545048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bd6d0ff1e64e5d" /><Relationship Type="http://schemas.openxmlformats.org/officeDocument/2006/relationships/notesMaster" Target="/ppt/notesMasters/notesMaster1.xml" Id="Ra70fb6e6e2f145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483136e06c434e" /><Relationship Type="http://schemas.openxmlformats.org/officeDocument/2006/relationships/notesMaster" Target="/ppt/notesMasters/notesMaster1.xml" Id="Ra32cd1d480f140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defb33213b457a" /><Relationship Type="http://schemas.openxmlformats.org/officeDocument/2006/relationships/notesMaster" Target="/ppt/notesMasters/notesMaster1.xml" Id="Rd30d4c74950848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fc7769190a4ac3" /><Relationship Type="http://schemas.openxmlformats.org/officeDocument/2006/relationships/notesMaster" Target="/ppt/notesMasters/notesMaster1.xml" Id="R95a7a946c9154a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db23ccef79463c" /><Relationship Type="http://schemas.openxmlformats.org/officeDocument/2006/relationships/notesMaster" Target="/ppt/notesMasters/notesMaster1.xml" Id="R450a99a9c7f548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811d8de00d44bb" /><Relationship Type="http://schemas.openxmlformats.org/officeDocument/2006/relationships/notesMaster" Target="/ppt/notesMasters/notesMaster1.xml" Id="R4be69bdeec064c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ba6e091cd448ea" /><Relationship Type="http://schemas.openxmlformats.org/officeDocument/2006/relationships/notesMaster" Target="/ppt/notesMasters/notesMaster1.xml" Id="R6b36a94096ef41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a39f002d3ea48f5" /><Relationship Type="http://schemas.openxmlformats.org/officeDocument/2006/relationships/notesMaster" Target="/ppt/notesMasters/notesMaster1.xml" Id="R951b60b3519240a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e5e9142c792464e" /><Relationship Type="http://schemas.openxmlformats.org/officeDocument/2006/relationships/notesMaster" Target="/ppt/notesMasters/notesMaster1.xml" Id="Rd267fd4058624fd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d15e4c57e1242ad" /><Relationship Type="http://schemas.openxmlformats.org/officeDocument/2006/relationships/notesMaster" Target="/ppt/notesMasters/notesMaster1.xml" Id="Rb211cbd342cf449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2b4cdbc71604668" /><Relationship Type="http://schemas.openxmlformats.org/officeDocument/2006/relationships/notesMaster" Target="/ppt/notesMasters/notesMaster1.xml" Id="Rd47c2d14aab64d5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5fcb7a240a7464c" /><Relationship Type="http://schemas.openxmlformats.org/officeDocument/2006/relationships/notesMaster" Target="/ppt/notesMasters/notesMaster1.xml" Id="Rca02088ae48146b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4c72e23a93e4838" /><Relationship Type="http://schemas.openxmlformats.org/officeDocument/2006/relationships/notesMaster" Target="/ppt/notesMasters/notesMaster1.xml" Id="R81e1840f5e354c6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6a9df21f1914521" /><Relationship Type="http://schemas.openxmlformats.org/officeDocument/2006/relationships/notesMaster" Target="/ppt/notesMasters/notesMaster1.xml" Id="Rb744984c55ee4d5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cce93fc4dd34217" /><Relationship Type="http://schemas.openxmlformats.org/officeDocument/2006/relationships/notesMaster" Target="/ppt/notesMasters/notesMaster1.xml" Id="R0719f86eaab8400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3703d3430984c16" /><Relationship Type="http://schemas.openxmlformats.org/officeDocument/2006/relationships/notesMaster" Target="/ppt/notesMasters/notesMaster1.xml" Id="R847d08142a8b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Ask what another researcher needs to regenerate one result without verbal help. The cover is an original generated course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Students should finish with artifacts and recorded evidence. Assign author and reviewer roles before the peer workshop.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students to interpret the number, then reveal each missing protocol element. A score alone cannot establish a comparison or population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Trace one student table row backward. Missing split identity, configuration, or command breaks a specific link and limits the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students to classify a sentence from their abstract. A result can motivate a broad hypothesis without establishing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Students complete Worksheet 1 using one central project sentence. Require a concrete file or mark the link missing.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This course follows ACM terminology. Accept another convention only when the student explicitly names team, artifacts, and setup. Source: ACM Artifact Review and Badging policy, https://www.acm.org/publications/policies/artifact-review-and-badging-current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Computational agreement validates one path. Scientific validity and scope still require separate evidence. Source: Pineau et al., JMLR 2021, https://www.jmlr.org/papers/v22/20-303.html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Availability alone does not make an artifact functional. Require a fixed state, construction recipe, data identity, command, output contract, and known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 tag may help readers, but it should resolve to a recorded commit. Uncommitted changes require a patch or archive checksum.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 dependency range supports installation while a lock records resolved software. Neither preserves data, hardware, external services, or licenses.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 dataset name rarely identifies exact bytes. Restricted data need permitted metadata, schema, split code, and access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Code shows possible settings. The output needs the settings after defaults and command-line overrides were resolved.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which sources each project controls. Five training seeds estimate one kind of variation. Source: PyTorch reproducibility notes, https://docs.pytorch.org/docs/stable/notes/randomness.html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Standard deviation and standard error answer different questions. State the sampling unit and source of variation.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Paired differences remove variation shared by both conditions. Different seed sets can confound treatment with randomness.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Values come from labs/week13_reproducibility_audit.py with the default configuration. These are generated teaching data, not application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Work the interval from the five paired differences. It represents training-seed variation under one fixed generated-data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Tolerance follows numeric precision, expected variation, metric resolution, and the scientific decision. Record any later change explicitly.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The manifest must avoid secrets and personal data. Hash the actual configuration, environment record, raw runs, summary, and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Integrity answers whether bytes changed. Validity asks whether design and inference support the intended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15 minutes. The default command produces the bundle and verifies it. Outputs stay beneath the ignored outputs directory.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Students complete one threat in each category. Generic threat lists do not explain how a conclusion is affected.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 limitation connects an evidence boundary to a claim and a useful experiment. Avoid generic phrases such as more data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Authors intervene only for access, privacy, credential, or safety problems. The first attempt tests the written artifact.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 blocked result can expose a high-value documentation issue. Require evidence for the chosen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Review evidence rather than intent. A resolved comment identifies the corrected commit and verification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Compare title, abstract, results, limitations, and conclusion. Claims should not expand in scope between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Ask for competing explanations and a decision threshold. Data access, skills, compute, collaborators, and ethical review determine feasibility.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Collect reproduction status, one verified correction, and a bounded next experiment. A failed attempt can be strong evidence when documented carefully.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1f280dbcb45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1669e8eeb349bd" /><Relationship Type="http://schemas.openxmlformats.org/officeDocument/2006/relationships/slideLayout" Target="/ppt/slideLayouts/slideLayout1.xml" Id="R915131ef9edc47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5131ef9edc47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eb650f40a44ee" /><Relationship Type="http://schemas.openxmlformats.org/officeDocument/2006/relationships/image" Target="/ppt/media/image.png" Id="R40773aaccc4242e0" /><Relationship Type="http://schemas.openxmlformats.org/officeDocument/2006/relationships/notesSlide" Target="/ppt/notesSlides/notesSlide1.xml" Id="Ra97c4180940644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f7834c95f47c1" /><Relationship Type="http://schemas.openxmlformats.org/officeDocument/2006/relationships/notesSlide" Target="/ppt/notesSlides/notesSlide2.xml" Id="Rfc9e732f40d241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ee68deb8d423d" /><Relationship Type="http://schemas.openxmlformats.org/officeDocument/2006/relationships/notesSlide" Target="/ppt/notesSlides/notesSlide3.xml" Id="Rd08b137461c44c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911c3c33c4287" /><Relationship Type="http://schemas.openxmlformats.org/officeDocument/2006/relationships/notesSlide" Target="/ppt/notesSlides/notesSlide4.xml" Id="Rab949ad331b14a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9448a61ba4b50" /><Relationship Type="http://schemas.openxmlformats.org/officeDocument/2006/relationships/notesSlide" Target="/ppt/notesSlides/notesSlide5.xml" Id="Ra312354b2cee4c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1445d09e0427c" /><Relationship Type="http://schemas.openxmlformats.org/officeDocument/2006/relationships/notesSlide" Target="/ppt/notesSlides/notesSlide6.xml" Id="Rf6219d76512443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e9d1b7a494273" /><Relationship Type="http://schemas.openxmlformats.org/officeDocument/2006/relationships/notesSlide" Target="/ppt/notesSlides/notesSlide7.xml" Id="Rad783ac5c08541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0498e1f1a470c" /><Relationship Type="http://schemas.openxmlformats.org/officeDocument/2006/relationships/notesSlide" Target="/ppt/notesSlides/notesSlide8.xml" Id="R94a247415fc846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becb63d944df2" /><Relationship Type="http://schemas.openxmlformats.org/officeDocument/2006/relationships/notesSlide" Target="/ppt/notesSlides/notesSlide9.xml" Id="Rff638ba381d646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841c0402846ec" /><Relationship Type="http://schemas.openxmlformats.org/officeDocument/2006/relationships/notesSlide" Target="/ppt/notesSlides/notesSlide10.xml" Id="R90b419360c9a47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7d304a3b64712" /><Relationship Type="http://schemas.openxmlformats.org/officeDocument/2006/relationships/notesSlide" Target="/ppt/notesSlides/notesSlide11.xml" Id="Re5ad64c14ce44c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a49d8319c437d" /><Relationship Type="http://schemas.openxmlformats.org/officeDocument/2006/relationships/notesSlide" Target="/ppt/notesSlides/notesSlide12.xml" Id="R8a6b82b5aa2f42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d489f60f04e19" /><Relationship Type="http://schemas.openxmlformats.org/officeDocument/2006/relationships/notesSlide" Target="/ppt/notesSlides/notesSlide13.xml" Id="R115ce831e3ed4f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05054a2164dfb" /><Relationship Type="http://schemas.openxmlformats.org/officeDocument/2006/relationships/notesSlide" Target="/ppt/notesSlides/notesSlide14.xml" Id="R974c70f046ce43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c350a82d74d7b" /><Relationship Type="http://schemas.openxmlformats.org/officeDocument/2006/relationships/notesSlide" Target="/ppt/notesSlides/notesSlide15.xml" Id="R19fe58d6a8c946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3796b7a434538" /><Relationship Type="http://schemas.openxmlformats.org/officeDocument/2006/relationships/notesSlide" Target="/ppt/notesSlides/notesSlide16.xml" Id="R3638b757848e46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563a0c4014e52" /><Relationship Type="http://schemas.openxmlformats.org/officeDocument/2006/relationships/notesSlide" Target="/ppt/notesSlides/notesSlide17.xml" Id="R5f1cc39aeef042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ac844a5fa4440" /><Relationship Type="http://schemas.openxmlformats.org/officeDocument/2006/relationships/notesSlide" Target="/ppt/notesSlides/notesSlide18.xml" Id="Rac8a8f062a7640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4b8b7a0e14d92" /><Relationship Type="http://schemas.openxmlformats.org/officeDocument/2006/relationships/notesSlide" Target="/ppt/notesSlides/notesSlide19.xml" Id="Rc1815a9ce0bf42d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d012956994b5c" /><Relationship Type="http://schemas.openxmlformats.org/officeDocument/2006/relationships/notesSlide" Target="/ppt/notesSlides/notesSlide20.xml" Id="R6b8f88428af848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36a62f2494d1b" /><Relationship Type="http://schemas.openxmlformats.org/officeDocument/2006/relationships/notesSlide" Target="/ppt/notesSlides/notesSlide21.xml" Id="Rc0130197322e4c8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0ca480eeb4df1" /><Relationship Type="http://schemas.openxmlformats.org/officeDocument/2006/relationships/notesSlide" Target="/ppt/notesSlides/notesSlide22.xml" Id="R98a0a33f843d44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2ac4e9a2541fc" /><Relationship Type="http://schemas.openxmlformats.org/officeDocument/2006/relationships/notesSlide" Target="/ppt/notesSlides/notesSlide23.xml" Id="Rec564bd7d9714cc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e2013d2754c84" /><Relationship Type="http://schemas.openxmlformats.org/officeDocument/2006/relationships/notesSlide" Target="/ppt/notesSlides/notesSlide24.xml" Id="Re845c040d06f4f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b35d11dfd4bac" /><Relationship Type="http://schemas.openxmlformats.org/officeDocument/2006/relationships/notesSlide" Target="/ppt/notesSlides/notesSlide25.xml" Id="Re1209be369d74c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6758d72c34e7d" /><Relationship Type="http://schemas.openxmlformats.org/officeDocument/2006/relationships/notesSlide" Target="/ppt/notesSlides/notesSlide26.xml" Id="R0fee17e1e598469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0095867fe425d" /><Relationship Type="http://schemas.openxmlformats.org/officeDocument/2006/relationships/notesSlide" Target="/ppt/notesSlides/notesSlide27.xml" Id="R2f72628fad0142d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3862952284c23" /><Relationship Type="http://schemas.openxmlformats.org/officeDocument/2006/relationships/notesSlide" Target="/ppt/notesSlides/notesSlide28.xml" Id="R6ffc3bc5a257457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4385e1ad7473e" /><Relationship Type="http://schemas.openxmlformats.org/officeDocument/2006/relationships/notesSlide" Target="/ppt/notesSlides/notesSlide29.xml" Id="Rb2268f6861924bd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ad86636bc4157" /><Relationship Type="http://schemas.openxmlformats.org/officeDocument/2006/relationships/notesSlide" Target="/ppt/notesSlides/notesSlide30.xml" Id="Rc847fc031db049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73aaccc4242e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ED70A-3211-41F3-8788-516608A6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2549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D4B37-9FD6-4E9E-BE40-BB740CA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F9191-78E0-4893-B9AB-078FE450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288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0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39702-E168-449C-9B16-EFB355EF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8D42F-6A31-4AB0-BBCB-168A4344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E039E-A9FC-4C4C-9901-F97D5274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Reproducible research</a:t>
            </a:r>
          </a:p>
          <a:p xmlns:a="http://schemas.openxmlformats.org/drawingml/2006/main">
            <a:pPr algn="l">
              <a:defRPr sz="29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peer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4FC43-1EAB-412E-B05B-69A1CFA0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794134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190CB-54BB-40D3-8E7E-7468BB8A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Session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C1005-1808-473F-9F19-8C814215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287CB-EDB6-4BE0-B4CB-03D36B62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9672E-12F5-4778-9DB0-71ACB7F3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75C88-3833-4D7A-8EE3-A331A690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12A7A-655B-4A1D-A992-C53B5CD3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15361-95B0-41EF-9F07-6BBEB64A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claim to its command and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B0B09-DDB5-459B-9189-F0F94CD8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6EE1E-EB0D-45B6-AC78-40C1DE25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9C78C-233C-4203-AB06-A2987D85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Hashed experiment bundle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9BC2D-1353-4471-9A42-472B1A94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ADD63-4B94-497F-BE5E-2A3A2DAA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2229F-80C5-4FD3-B5F4-0B88AC80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Paired effect and confidence interval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A97DB-FC90-41B9-88F0-F0A01D0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F9691-A772-49DA-A233-3819B862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REPRODUCE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715F4-F958-459F-B134-1710791C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Independent peer attempt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EE4B3-7FA8-40A4-811A-3ACA6879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D6F62-1DDB-41B0-914C-598F3345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0CAEA-FF6B-4D5C-8E4A-9CBCD846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Verified documentation fix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C2E2C-DB49-46D5-B072-D3672802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1116E-3834-4481-91F6-AF0F4159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REVISE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87C11-4727-4DC4-A1A1-4464FAAF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Report claim or limitation</a:t>
            </a:r>
          </a:p>
        </p:txBody>
      </p:sp>
    </p:spTree>
    <p:extLst>
      <p:ext uri="{BB962C8B-B14F-4D97-AF65-F5344CB8AC3E}">
        <p14:creationId xmlns:p14="http://schemas.microsoft.com/office/powerpoint/2010/main" val="1485275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0C833-FB4C-40DF-B0B2-7055C93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number becomes evidence within a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40E88-F64E-40E7-B4AD-A46376F1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6E633-F575-4E48-8F3A-0A5A43B8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16498-11F9-4861-B762-49DA497E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4D02F-DC9B-463A-B598-B14925C4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381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99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0.81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E66D7-EB54-48DB-9524-970AD065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DEBA6-E32D-4DC0-9DFE-842AC789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2905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62EE8-757D-4057-8741-08EC49CE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81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0F429-B234-46A9-9343-A571C8B8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431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observation +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A51F2-E3E0-45ED-ACE6-0CF6F587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905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4019B-9CE2-4049-B649-492847B2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81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D31EE-28BF-443E-B7D1-9BAE4A78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431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 +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D6A70-5A11-4F80-AAAE-67AF6200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2905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FF72A-62D2-4234-B4D4-AA158B86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099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77D2A-E65A-47DD-ADB2-CDD29FC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718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 + 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EC77D-29E8-4714-834F-469A44E0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905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D6922-66B2-44BF-8301-03FC401F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099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67FD1-D6B4-4361-99B7-B0F29549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718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 + averaging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29260-4670-48AF-94D1-9C921863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86250"/>
            <a:ext cx="2905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FE42F-1DB0-4501-827A-FE9E3A30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386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988B4-F832-4055-ABED-B37FE924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006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variation + seeds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935D2-1256-473E-BAA9-86C4893C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86250"/>
            <a:ext cx="2905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28EC1-06B2-40F6-8D37-0E0F84A4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386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E53E73-2510-4168-92D9-B9C172E0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006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+ config + env</a:t>
            </a:r>
          </a:p>
        </p:txBody>
      </p:sp>
    </p:spTree>
    <p:extLst>
      <p:ext uri="{BB962C8B-B14F-4D97-AF65-F5344CB8AC3E}">
        <p14:creationId xmlns:p14="http://schemas.microsoft.com/office/powerpoint/2010/main" val="18730762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7F293-3D55-4F27-8036-7900DCC3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claim-to-evidence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90EC1-D143-4F3B-9635-0658DB96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CD6B8-8BC5-4DC3-85F3-83C4178D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332D2-82FE-45AD-A7BA-CBBBBAB9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A3EC7-3E83-4C65-A003-B37E5877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1FD53-AC46-4D2C-86D9-2A6A969F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1525E-7C15-4339-AB1F-2CD3357D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bounded statement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3E321-60EA-49AA-A87E-F351B6EC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9D03B-F9A8-4403-A8EC-80F659DD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4F5CE-9A61-4763-9089-B33670D2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191A5-31F7-49C3-828F-AAACFF51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declared calculation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286C8-95A6-45D0-BF66-47652B80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1D51C-69AC-4031-927B-56C591D1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C2AFE-0A8D-4939-8EFB-C4BD0030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9299B-7334-41A2-86EC-B8054C8F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recorded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2A6A3-3A57-4A80-B185-33D59C11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DA3A5-CA6F-4724-B887-01E558FF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4F510-3EE4-4EA2-A00D-CCE60D5D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CODE + CONFIG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5C331-43E6-40AE-8016-DD963F26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fixed experiment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BBF96-DA45-46FA-8B30-3B4D0722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3CBB8-9EA9-4642-9D43-4FB38048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F2CCA-CE68-428F-9923-A9710002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DATA + ENV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C50BE-33F8-4F3D-BF05-E0BF4DD9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identified inputs</a:t>
            </a:r>
          </a:p>
        </p:txBody>
      </p:sp>
    </p:spTree>
    <p:extLst>
      <p:ext uri="{BB962C8B-B14F-4D97-AF65-F5344CB8AC3E}">
        <p14:creationId xmlns:p14="http://schemas.microsoft.com/office/powerpoint/2010/main" val="214154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D8A51-594C-490C-9CE8-65FBAF2D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Four levels of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7E8FE-FB42-4D28-8DB0-6BCCF58F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8FEBC-FCDD-4BAB-ADC4-AB1C8A4C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5D38A-9E57-4C00-A757-539C8E89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11144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286250"/>
                <a:gridCol w="4524375"/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 evidence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Observation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Accuracy 0.633 for seed 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One traceable run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Summary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Mean accuracy 0.634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Run records + calculation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Mean paired gain 0.113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Controls + uncertainty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Scope claim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Feature helps similar tasks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Relevant external settings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B0DE3-C7ED-44A3-80A7-47D429C2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19750"/>
            <a:ext cx="628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E153A-7A73-44BF-8CA0-8E13AA31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054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Broader claims require broader evidence</a:t>
            </a:r>
          </a:p>
        </p:txBody>
      </p:sp>
    </p:spTree>
    <p:extLst>
      <p:ext uri="{BB962C8B-B14F-4D97-AF65-F5344CB8AC3E}">
        <p14:creationId xmlns:p14="http://schemas.microsoft.com/office/powerpoint/2010/main" val="1203704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23478-F102-4454-9F73-6461F1A8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claim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0FE97-3A08-4749-BC39-C5513670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A4A10-3EBB-4F1A-8355-0BAE9DBC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99775-57D7-4035-8C85-12AC0978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C0179-EE0F-4F4E-9918-4522CF8D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6AB1C-5B30-4007-B51E-8D9A6B0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65C80-0152-4B96-94CA-CB39322E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statement 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294CA-04E8-4AC8-8998-6181EC38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B8E8A-E8F3-43E6-9622-6915F05A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3C7D2-3F0B-4D1D-8E38-75C55668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LOCATE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34DA7-41E8-4533-B593-4F231F0D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 + command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829D4-F699-4A7E-BFB6-2E92E8B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54260-7BA0-485E-A461-8FD75A96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2B037-8A02-4CC7-903D-4CE5E38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A6C65-5937-4071-A968-24AA6504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 + data + env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D5420-06A0-4493-AB66-899D7EA1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D223E-E8FB-4825-8EB8-8F548FE1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785EB-8717-49A4-9050-B902FF8D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8FD6F-277B-4DBA-B5E0-08FD2A4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 and evidence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741A0-55E4-42E9-BB52-D499C2F0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143D2-014A-4F8C-A7D7-BA498A1E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4D474-F479-40C4-9639-C2EDE8FC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REWRITE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8065A-E481-4B96-B6D6-2F40564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 boundary</a:t>
            </a:r>
          </a:p>
        </p:txBody>
      </p:sp>
    </p:spTree>
    <p:extLst>
      <p:ext uri="{BB962C8B-B14F-4D97-AF65-F5344CB8AC3E}">
        <p14:creationId xmlns:p14="http://schemas.microsoft.com/office/powerpoint/2010/main" val="1448384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D2B42-F4D1-4B1B-9710-83763CC8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Reproducibility terminology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6880A-B1F0-4C08-96BA-A53C6EA5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131ED-5D6C-4E13-8323-516C1ACF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60919-BABE-411C-9008-995805B8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571625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  <a:gridCol w="4953000"/>
              </a:tblGrid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Team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Experimental setup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Repeatability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Same team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Same artifacts and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Reproducibility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Different team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Author artifacts and declared setup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Replicability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Different team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Independent artifacts or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E1B3C-296A-4671-88CE-86EFCE97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38750"/>
            <a:ext cx="923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2621A-3504-4D5D-8253-396B57F6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292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11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Always describe team, artifacts, and setup because disciplines use different labels.</a:t>
            </a:r>
          </a:p>
        </p:txBody>
      </p:sp>
    </p:spTree>
    <p:extLst>
      <p:ext uri="{BB962C8B-B14F-4D97-AF65-F5344CB8AC3E}">
        <p14:creationId xmlns:p14="http://schemas.microsoft.com/office/powerpoint/2010/main" val="1193973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84E07-C898-488F-A586-EC001414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a successful rerun establishes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98DA5-44B1-457D-96A3-3F42FDBB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3C72A-6D5C-413B-A118-F802EF04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8D3F9-076F-4A05-81BB-0C26B57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F3F5F-0CEC-4199-9B86-FBABF0B6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30578-EE24-4858-8A11-EC68F4F5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COMMAND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8EFAC-FC14-48E3-8547-B13C6910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Executes in tested 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09B0D-DA14-49AD-AF65-0646FFD7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3FD98-C0C1-481F-BCEF-D6BABB1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ARTIFACTS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EEDBC-8012-4C8C-BB87-E36EE107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 internally consistent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B69E1-8E7A-40C3-89E0-35D62825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DA617-60DB-40D4-95C0-24F3E3DE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6571D-6ABF-47C4-AB0F-02AA27E4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Agrees within declared criterion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3BED7-E855-4201-B939-2F926678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CD7D2-969C-475E-BCB9-5E680D19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FDD68-E5F3-45DF-AC43-5F9B7A11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Points to expected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08EEF-4A29-4FF6-9976-9CA01625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50BFD-1A65-4AB1-9A6B-1AF85690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VALIDITY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54F6F-3614-4D14-9CBB-B857BAB3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Separate design check remains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596A6-5845-4E4C-A132-2F469FFC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02465-9431-47CD-B095-20A54BEC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6B78A-CA0E-4370-940C-11A956D4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Separate generalization check remains</a:t>
            </a:r>
          </a:p>
        </p:txBody>
      </p:sp>
    </p:spTree>
    <p:extLst>
      <p:ext uri="{BB962C8B-B14F-4D97-AF65-F5344CB8AC3E}">
        <p14:creationId xmlns:p14="http://schemas.microsoft.com/office/powerpoint/2010/main" val="18541242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553E4-F09C-4BAA-AF18-4EA6B335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Minimal artifact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C6371-3412-4F3C-9687-DACEB849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B17AC-90E6-4C6C-BE46-AC0883FE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26A2A-F044-4E04-AAAE-ED0EF7B4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D652A-EAF2-4200-B13E-00ABCAFE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8673E-1D55-4D20-BE05-D73C5179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31EB5-100A-42E4-A51D-8C6EF623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70241-A749-4FA4-A4BC-459B0656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EF9CD-8BB4-4ED5-971B-655DBE9D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A422E-470F-4559-8F4E-1CE8F924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DF2E0-D19D-41C4-893C-AC0278F7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76375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38494-A493-47F1-9A29-811E7B3D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57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 +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206FA-2449-4B01-9F29-D2A1B4E3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19625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67354-05BC-472A-8031-65876C84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00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078D9-49C8-4789-A8B3-1884BADF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285875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90278-BCA2-41EA-A92F-4DEFED29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66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COMMAND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2CDED-A0FF-41C6-AC26-86487BCB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285875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B2CF9-8A36-4A24-93A5-721ECC40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66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09433-24E0-46B0-8982-FDE351D6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43500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04E89-8381-4B5D-8A00-9B7E8E63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24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TOLERANCE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EB2A8-B1B3-4AB7-8AF0-A829B88D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43500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A45ED-A214-4082-B990-84523AAC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24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</p:spTree>
    <p:extLst>
      <p:ext uri="{BB962C8B-B14F-4D97-AF65-F5344CB8AC3E}">
        <p14:creationId xmlns:p14="http://schemas.microsoft.com/office/powerpoint/2010/main" val="10130020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39663-A2EC-40FC-AA8B-B4A15B50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Repository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F5D24-D23A-48D3-BD8C-9A02610D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23E9F-88C1-4C66-865F-8A9E94BF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4BD04-565E-4CD8-B22E-8B320379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17027-81C3-4652-BF09-D17208E4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0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CCCFB-06FC-4D68-A2B1-F11B1D36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096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repository: https://example.org/project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commit: 4b11d2...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command: python train.py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--config configs/final.json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output: outputs/final/metrics.json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51082-C081-472C-ABA7-C0C68E7F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F38FC-B9C9-4283-BBA7-A2FD7709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287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BRANCH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BB904-83AC-434A-9AEF-BAA3820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2BD27-9572-41DF-BE52-21926C2B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431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F6C6F-2061-4398-93D7-7236B46C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955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0DA9D-CBC7-4EA7-88CD-73CE7E81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fixed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CF53-BFB3-486E-AA91-47A0DCF0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099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9CF31-517A-4C9E-BB13-851DA8E0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8F796-B447-435D-A5B1-C4639205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48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record before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557EA-8BAD-43C6-9779-BFA4837B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767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9089B-3F41-4699-B9A6-EB36AD9F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291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06EFD-D0EE-4E94-A395-F3764B81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14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checksum if needed</a:t>
            </a:r>
          </a:p>
        </p:txBody>
      </p:sp>
    </p:spTree>
    <p:extLst>
      <p:ext uri="{BB962C8B-B14F-4D97-AF65-F5344CB8AC3E}">
        <p14:creationId xmlns:p14="http://schemas.microsoft.com/office/powerpoint/2010/main" val="1404182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FAACC-E713-4D58-9C5F-409F9C2D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Environment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3405F-73CA-447D-AEB5-0B5C812B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641E4-5C9F-4F41-9722-97E2BDC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580A0-AA79-4ECC-9A3B-FA6DD2DB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3A11F-52A2-462D-9996-F938E2CD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0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3650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D8660-1368-4E81-ACE4-AAABA816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096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# Construction recipe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python -m venv .venv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python -m pip install -r requirements.txt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# Observed environment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python --version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python -m pip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4F3D0-14ED-48D2-A27C-2E5420CB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8196D-3DB0-4532-990C-0EDE037B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287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D169A-4ACF-4648-9FA5-D0F25E83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operating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8BBF3-48AE-4FA7-8E19-2B76613C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431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AE0F0-6330-40DE-A267-176DB224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955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C8E7A-7D33-44B6-BE60-5986AC17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device +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A0403-30AA-4510-9DC7-D94D785A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099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8DF03-CF47-4C82-A6E8-CC669A0D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NUMERICS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168D5-3E21-4944-A440-17775D91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48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precision +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E911A-9904-4CAE-8A7F-2F439806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767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435E8-6365-4FF7-8EC3-1096CC24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291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2BDE5-CB8C-4091-8B01-07D4EDBF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14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elapsed time</a:t>
            </a:r>
          </a:p>
        </p:txBody>
      </p:sp>
    </p:spTree>
    <p:extLst>
      <p:ext uri="{BB962C8B-B14F-4D97-AF65-F5344CB8AC3E}">
        <p14:creationId xmlns:p14="http://schemas.microsoft.com/office/powerpoint/2010/main" val="2577457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73FB5E-8738-42C9-B76D-3249D390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 and split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317ED-8834-49E5-88B2-4C12C025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F00A9-F405-49E4-8125-A3D249EE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E752B-D230-45CE-B361-169134AF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7709F-68C0-4784-8C0A-3A7D6D23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1DD16-C5F4-434D-94EA-DC05947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F3FAB-F61E-41FE-88BB-C6C0C81B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version + license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AF267-45F0-4167-8C26-1A5CDBE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6E115-634B-43B7-8E74-6B273AE4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FD09C-CC30-46DF-9B94-CD338BA2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POPULATION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F6F91-3000-4F56-9682-647DEB7A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unit + exclusions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57563-6BC7-4D92-AEED-FEEE1B04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B43A4-C3B9-44BD-B952-F0772F05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C7E06-4F24-4623-9EC3-57EBF842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LABELS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AEEC7-6B37-4A6C-AECA-1CF5704D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construction +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84252-C410-4182-9497-1492BC4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0F5DC-E645-4CFF-BC4E-01962BA5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1B232-CB4E-44E6-961A-BD250DEE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F432D-9E60-410A-9A82-B1F919F5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training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BEE2E-8CA2-4532-8568-D7F6B482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EF799B-878C-4C64-9DCA-DD23F9D3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8B981-7B54-464A-B060-CAA2D731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SPLITS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8715A-B585-49B6-BFF0-E3DD5819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IDs + separation</a:t>
            </a:r>
          </a:p>
        </p:txBody>
      </p:sp>
    </p:spTree>
    <p:extLst>
      <p:ext uri="{BB962C8B-B14F-4D97-AF65-F5344CB8AC3E}">
        <p14:creationId xmlns:p14="http://schemas.microsoft.com/office/powerpoint/2010/main" val="13316957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2E281-2915-43EB-9E7A-FDCCD7A8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Configuration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61E79-C0DF-4AA4-AE27-E8E9387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68938-F55C-425D-9B75-F7B1CDCE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B3EFD-3182-4C93-8C61-8E818C28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D0518-1AEF-43D6-9BF3-005D015A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B9F66-0C76-41F0-915D-A2940483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26F3D-2EB4-4933-930B-11987DAF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Representation and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A4392-4338-4C16-A024-C0183FE7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E24BA-5D5B-40AD-8D9A-B979CA8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A8D87-B4C0-40C1-9E50-501135A8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Loss, optimizer,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06E65-0A6B-44F7-84F9-69F5B7C5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8B839-B88F-430C-8C48-2FBB3293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FCEF1-C7DE-4F87-AE45-0D847B52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Metric and checkpoint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B2FA3-5BCA-4E6D-BF8A-77D90AA9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1F745-558D-4FFB-9EF7-80A38D1F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RANDOMNESS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042FE-8070-4CEC-BB90-92C5FF1D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Seed set and augmentation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1029E-C386-4CA3-B903-768EE69C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0DFD6-52E2-4196-9251-EB3A9FC7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59F12-D4EE-4646-813F-8300617F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Threshold and decoding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22853-9A81-47D1-A5A5-69CAB23F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04AB1-A885-4876-AF80-A985A9D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D47DA-7158-478A-881E-5C1FE3C3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Metric version and averaging</a:t>
            </a:r>
          </a:p>
        </p:txBody>
      </p:sp>
    </p:spTree>
    <p:extLst>
      <p:ext uri="{BB962C8B-B14F-4D97-AF65-F5344CB8AC3E}">
        <p14:creationId xmlns:p14="http://schemas.microsoft.com/office/powerpoint/2010/main" val="14869906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1033FB-E0F3-4AAB-BA90-6FC94C8F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Randomness has several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7CE91-638B-49EA-816E-B837A142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BF516-BA09-4DF6-9162-A15C64CD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B4DA4-ABCF-40A5-A150-55CD2F22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2D714-B3E4-43F9-A2A3-226C8938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970EE-0E34-4963-89F0-DE2A2BEB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621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INITIALIZATION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8A4AB-1018-4825-89A8-A42DEF10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050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random generator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1156A-A171-4DE0-9D1E-D506B4C4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C47A6-0686-47C2-9D01-C879AB57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621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SAMPLE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3E4A0-5CB4-44E4-911B-BF790AC3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050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random generator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77B0D-0F51-4F6F-8B72-1FA2FA5F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74AE2-B6BB-4EF2-BBE9-0074123D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621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AUGMENTATION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E1E30-C82F-45FC-A942-916FC113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random generator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9F098-218B-47C7-AF26-47840019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8183E-AA1D-4B38-9D63-A0BA7599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62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STOCHASTIC LAYERS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F2561-95DD-4DD8-AC2C-2802A51B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05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 and algorithm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CBA86-528B-4D87-9BD8-3599E4BA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D6A74-EEAD-4CF8-9C90-79D6E15C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62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PARALLEL REDUCTION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73F0C-FE28-4990-87DD-5F88F9D9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05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 and algorithm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9E7C65-52F5-41D7-8743-163C2F10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0C6DD-2E17-4CEC-B313-FC1E65EE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62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ACCELERATOR KERNELS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A28D3-463A-48A1-8D37-1887C577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05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 and algorithm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E0A29-EDF2-4734-B64A-A663F8DA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08A500-8274-4527-80F7-BB7705F8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769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74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seed starts generators. It does not guarantee identical results on every platform.</a:t>
            </a:r>
          </a:p>
        </p:txBody>
      </p:sp>
    </p:spTree>
    <p:extLst>
      <p:ext uri="{BB962C8B-B14F-4D97-AF65-F5344CB8AC3E}">
        <p14:creationId xmlns:p14="http://schemas.microsoft.com/office/powerpoint/2010/main" val="1922181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C32F0-C186-40D3-9E8D-158197B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Repeated-run summaries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BB5EB-9792-42BF-9D0D-4653CE44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49E5C-426E-40AE-B596-37C22368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75A1B-9E17-4881-AC4C-B9D07429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1B7A5-7C13-4561-AA87-292AD8D8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1028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9D40B-9AC4-4659-97AF-6DFB44C4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x̄ = (1/n) Σᵢ xᵢ      s = √[Σᵢ(xᵢ − x̄)²/(n−1)]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D901A-C46F-49FF-86E8-7157B7B3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52875"/>
            <a:ext cx="8858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A44D3-A652-4DAB-81B2-58F3E010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5767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Standard deviation describes run-to-run spread. Name what varies across runs.</a:t>
            </a:r>
          </a:p>
        </p:txBody>
      </p:sp>
    </p:spTree>
    <p:extLst>
      <p:ext uri="{BB962C8B-B14F-4D97-AF65-F5344CB8AC3E}">
        <p14:creationId xmlns:p14="http://schemas.microsoft.com/office/powerpoint/2010/main" val="5960470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8BC10-2B0F-4DF7-A6BD-0B1CFC1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Paired comparisons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280BD-2599-41B8-B0BD-C2CE4513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3587B-80C5-4A3E-9571-7572FB6D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756D1-3AB2-48CA-9367-97D7624A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29AF7-F0B3-4C46-9685-09824F17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1028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64D5B-029B-4F53-AC5E-8520A8A1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dᵢ = xᵢ⁽ᴮ⁾ − xᵢ⁽ᴬ⁾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7D5C6-8CAF-49A6-A5E6-D8FBAB28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52875"/>
            <a:ext cx="8858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E613C-AD7A-417E-A782-5A1606D6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5767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Pair only when the shared seed, split, or observation has scientific meaning. Use the same seed set for both conditions.</a:t>
            </a:r>
          </a:p>
        </p:txBody>
      </p:sp>
    </p:spTree>
    <p:extLst>
      <p:ext uri="{BB962C8B-B14F-4D97-AF65-F5344CB8AC3E}">
        <p14:creationId xmlns:p14="http://schemas.microsoft.com/office/powerpoint/2010/main" val="10205737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40668-E8A5-41B3-BFF5-DD03A269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Week 13 seed-level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899E7-D232-4F96-8E65-9129E20F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22DF9-C4E2-4CD6-9148-00216BBE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09E81-8915-4204-B17C-28D2B495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000125" y="1381125"/>
          <a:ext xmlns:a="http://schemas.openxmlformats.org/drawingml/2006/main" cx="10191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428875"/>
                <a:gridCol w="2619375"/>
                <a:gridCol w="3381375"/>
              </a:tblGrid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Paired difference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0.5222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0.6333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0.1111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0.5167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0.6389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0.1222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0.5167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0.6278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0.1111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71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0.5111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0.6444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0.1333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101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0.5389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0.6278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0.0889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9B54F-987B-4183-9FC1-2C8B6A5B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0ACC3-0A04-4672-889F-3DE55812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531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Fixed data, split, optimizer, budget, selection rule, and metric</a:t>
            </a:r>
          </a:p>
        </p:txBody>
      </p:sp>
    </p:spTree>
    <p:extLst>
      <p:ext uri="{BB962C8B-B14F-4D97-AF65-F5344CB8AC3E}">
        <p14:creationId xmlns:p14="http://schemas.microsoft.com/office/powerpoint/2010/main" val="4100251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4BEC04-3A43-4C82-B102-70D253F3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Paired interval calculation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B8DF4-DDCD-454B-AB1C-60FBD0F7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E6D23-4EFE-4297-9C7A-39D981C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8092B-3522-4B58-A244-3E41D47B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FA676-0BC0-4026-BC72-42228B95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91875-BC3D-4639-8D79-C27952C7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d̄ ± t₀.₉₇₅,ₙ₋₁  s_d / √n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42736-E9DA-4758-A989-895124D4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8043E-B60E-4F16-AAE7-A66B205C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9937D-D644-4321-AFB4-16AA5C7E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8137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0.1133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D0470-74AA-44B5-BD22-BE75FA6C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E0B98-E0EC-4C5D-8A00-2314858F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STD DEV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8F9E9-74F0-41C9-833B-397F9D61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0.01648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0B579-05D1-43A4-B6C0-6D1889CF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BF834-BD86-4330-9765-85CA0F18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STD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4C1F4-6AF3-49FA-BBFD-28EF1820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0.00737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9DABC-6410-4065-BAA3-06D3980B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4C66A-FB8D-49C3-B851-BE131C22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19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MARGIN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2306F-534C-4FCC-AE4C-E561B70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8137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0.02046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18B53-3D35-4933-A14A-AC6BEC76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91125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D6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0A8DA-FCC8-4DE4-B7F4-627D1057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006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DB3BC-7530-48F0-BE30-6C45EA66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006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1FF6D-80BA-46C6-A38E-84189D76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76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E0C31-BFF7-4E3E-A083-B70195BD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0.0929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39E241-FD78-400D-BD67-D11FBCA8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24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0.1133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5F5A9C-E76B-40C6-B455-7A6F6CAD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24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0.1338</a:t>
            </a:r>
          </a:p>
        </p:txBody>
      </p:sp>
    </p:spTree>
    <p:extLst>
      <p:ext uri="{BB962C8B-B14F-4D97-AF65-F5344CB8AC3E}">
        <p14:creationId xmlns:p14="http://schemas.microsoft.com/office/powerpoint/2010/main" val="16319660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D037D-DE9B-4E88-9CBA-FC8B36D5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Agreement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F6E08-0ED3-46B0-9517-3875BBDE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0A36C-F3A3-4BB4-8436-BF5A780C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F0F7C-ED1D-4302-99B5-01A4196F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429000"/>
                <a:gridCol w="4762500"/>
              </a:tblGrid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Source + split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Exact bytes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SHA-256 matches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Deterministic metric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Numerical tolerance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Absolute difference ≤ 10⁻⁶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Stochastic 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Repeated-run agreement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Paired effect remains positive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Hardware timing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Behavioral agreement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Method B remains faster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53D2F-DE5A-4E42-BC0E-54DFFF7D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19750"/>
            <a:ext cx="8667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D54BA-EEDA-4C51-B6DE-A7F36285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5310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Choose the criterion before the reproduction outcome is known.</a:t>
            </a:r>
          </a:p>
        </p:txBody>
      </p:sp>
    </p:spTree>
    <p:extLst>
      <p:ext uri="{BB962C8B-B14F-4D97-AF65-F5344CB8AC3E}">
        <p14:creationId xmlns:p14="http://schemas.microsoft.com/office/powerpoint/2010/main" val="6004658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E9775-E13F-41C6-8D77-4BCBE8BB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 manifest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5FB1C-7B85-4088-90C4-FBF6FCAC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9F7C4-DE62-4C4B-A344-3DEC9EE9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DF168-485B-44D8-B090-CAD989BB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F45C1-3A30-483C-A11D-2E5EBCE6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0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3650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E8D61-4B4A-4C2D-A581-622B0AB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096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"schema": "cme705-week13-v1",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"files": {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  "config.json": "...sha256...",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  "runs.csv": "...sha256...",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  "summary.json": "...sha256..."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},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"numeric_tolerance": 1e-10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78206-420C-42DD-A828-3201DC39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B4D23-6C78-474B-AAFE-D6860100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287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69E0A-C509-48C5-BE66-2C6875D0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963C7-F76B-4686-A6DB-A7A98328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431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A85FC-B7E9-4CC1-B8B3-1AF07581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955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HASHES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F19CF-C60C-4E87-89B2-108DD56B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byte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4C132-6983-4B73-92FF-0EC52F64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099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39865-4B9A-4AB7-806A-2CA3E03A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D3FA7-1609-406E-8F9E-58FD079D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48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E7875-610B-4DD2-B22C-ACEA26AC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767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3F90F-E2FB-448B-8699-A2A7B1C3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291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TOLERANCE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D7863-7D41-4142-812D-0185F7AF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14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agreement rule</a:t>
            </a:r>
          </a:p>
        </p:txBody>
      </p:sp>
    </p:spTree>
    <p:extLst>
      <p:ext uri="{BB962C8B-B14F-4D97-AF65-F5344CB8AC3E}">
        <p14:creationId xmlns:p14="http://schemas.microsoft.com/office/powerpoint/2010/main" val="16191621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FFFC5-1A42-4774-B01F-D98513F7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Hashes and scientific validity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E8E5C-9A4B-4D88-B5EF-2CC5CF2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D2FED-CE50-4ACA-AEFA-1B7A3041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6E56F-77C5-4357-ADD7-A011091A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B4103-2F70-4332-BE54-B5EA8F7E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43052-438F-4962-9F69-96EBC3E1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BYTE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D2DDC-8A8B-4438-8C83-50C802B0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Matching SHA-256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FC3C6-5CA0-41D2-A643-FA5DA6F0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C2C48-D35E-4026-B585-0198BDBA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B5044-F41A-41AC-9B33-CED3A1B8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Correct and appropriate?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44D6C-DA75-43F5-85F7-8FB7B4C2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4728E-6033-4402-AAF7-F89645F0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459C0-4026-41BE-A643-67AF2CA4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Leakage-safe?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EBA34-6518-43BB-9913-5CD97117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CCB18-7822-4A9B-BEA1-DB4C6E71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13C0E-6E83-4581-8124-956338CE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 construct?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F8E70-4B6A-4F39-BF48-FDDCC364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3E978-58D8-40FF-8AEE-322E1BDA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163F2-A68C-4C5C-AB1B-2FC7DCE6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Fair comparison?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3648B-2D54-4157-B776-C68C26CE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1BD81-49F0-4705-BBB8-566FC18E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02775-28B1-4E81-83F6-9E6DA657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Where generalizes?</a:t>
            </a:r>
          </a:p>
        </p:txBody>
      </p:sp>
    </p:spTree>
    <p:extLst>
      <p:ext uri="{BB962C8B-B14F-4D97-AF65-F5344CB8AC3E}">
        <p14:creationId xmlns:p14="http://schemas.microsoft.com/office/powerpoint/2010/main" val="3133513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D58BF-EECB-4478-A8BB-CC04341B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Lab 13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AFF66-C251-4546-9FC5-53A67009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00EA5-A263-48CB-BCB1-49215F8E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AA9D8-4881-4860-BF9C-DBD80BB4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D440E-2A22-4D3C-BB5A-59B7C708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0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3650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C5D10-AC6F-4670-AE65-C519CF4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096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python labs/week13_reproducibility_audit.py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--audit-only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python labs/week13_reproducibility_audit.py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python labs/week13_reproducibility_audit.py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--verify outputs/week13/reference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0F684-B937-459D-AA6F-37EDE789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224A9-35CE-4E56-BB3F-449AF9BE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287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2443F-9906-42FA-B2AC-CCF05AB0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487EB-379B-43B1-9FF0-E063F68E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431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BB7C5-0318-48EA-BB53-159DEC1E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955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9756C-C6DE-4B74-A012-7E4DBD9B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environment.json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4A6EF-6EBD-4B45-AAF1-54756677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099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1147E-B259-4A6C-8A70-A2ED6BDA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8FCCA-B4D7-47D0-A91C-6A766AC5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48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runs.csv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E0907-3AC9-4BCD-A307-59BDF1B3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767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2985B-1F81-4189-A99B-FAD4CA0E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291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D81B3-AD64-4111-95B9-C72ADE03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14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summary.json</a:t>
            </a:r>
          </a:p>
        </p:txBody>
      </p:sp>
    </p:spTree>
    <p:extLst>
      <p:ext uri="{BB962C8B-B14F-4D97-AF65-F5344CB8AC3E}">
        <p14:creationId xmlns:p14="http://schemas.microsoft.com/office/powerpoint/2010/main" val="8341443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C4001-2440-41F0-9CD0-0F6A7FC3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Threats to validity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3509C-89CB-4659-86BB-555B4B0A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047E2-5DAC-4B6B-A106-6CC68C88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954E0-964F-46B1-8F00-507E7F6D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11334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048125"/>
                <a:gridCol w="4762500"/>
              </a:tblGrid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Threat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question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Project example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Construct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Does metric represent concept?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Accuracy hides rare-class failure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Internal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Could another factor explain it?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Preprocessing changed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Statistical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Does analysis support comparison?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One seed appears stable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External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Where should result generalize?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One site supports a broad claim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DE4DE-D170-4134-983D-54A67C1C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Name the affected claim, likely consequence, and next check.</a:t>
            </a:r>
          </a:p>
        </p:txBody>
      </p:sp>
    </p:spTree>
    <p:extLst>
      <p:ext uri="{BB962C8B-B14F-4D97-AF65-F5344CB8AC3E}">
        <p14:creationId xmlns:p14="http://schemas.microsoft.com/office/powerpoint/2010/main" val="19053848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47B80-0988-4335-9895-8F3DFD3B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bounded limitation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776F2-C1D9-4A9C-BBAB-A0716473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62177-79AE-4510-A146-B500669D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CAB6D-8A3C-4C99-8288-9047E243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F9C07-7172-4D45-A763-578B1299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069E3-8711-469B-8BA2-F747ED3E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BECAUSE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9F600-75DF-461D-B762-43474214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8387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E8180-2D41-45E3-A99C-EB97FAC8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8878A-8397-4953-A6D8-93A5388B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DOES NOT ESTABLISH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19ACD-2FAF-4F1E-9C6B-D14F85E4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8387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Affected 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77854-3935-4AFA-A77E-9AAC78A5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86B8A-B640-4517-A85E-7FEAB483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LIKELY CONSEQUENCE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99933-7C8A-43AD-85C6-E27D5BA7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8387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the boundary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67B2B-A0FE-4DC1-B370-CC8BAD69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00475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1E060-35CC-4E02-AEDF-2EC884DE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00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TEST 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75768-A88C-4435-85E6-4855B4A1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29125"/>
            <a:ext cx="48387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 experiment</a:t>
            </a:r>
          </a:p>
        </p:txBody>
      </p:sp>
    </p:spTree>
    <p:extLst>
      <p:ext uri="{BB962C8B-B14F-4D97-AF65-F5344CB8AC3E}">
        <p14:creationId xmlns:p14="http://schemas.microsoft.com/office/powerpoint/2010/main" val="16509351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FD0DA-9869-42F8-BA90-38377779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Peer reproduction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7C7DC-AA5E-40A5-BEF7-FEB03550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7611E-BA15-414E-9613-1283ADE9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39BDA-5AA1-4BC0-AD3E-6018A075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388AE-6ED8-456D-8BFD-8C08CE62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C7915-BA0B-4E83-86C3-5399EE53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AB643-6941-4B99-9B6D-F3013CC1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Freeze commit and clean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1986B-17AA-4B6B-A564-BAD9DBFA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590C9-7D24-4E82-ABCB-0BF7D23F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470FA-B2F0-4FA0-9C7D-B143AE7E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Command, target, tolerance, compute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2142B-994B-4341-8CC3-149395FF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BEFD7-4639-46CF-8E96-95F1D5BB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REVIEWER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38441-C431-4678-BD1A-AC9D67CB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Fresh environment and preserved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78E38-E680-4D9C-B55B-411E2B58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6C29C-6175-4D7C-A8D0-49D9AD91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DIAGNOSIS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10CCA-BDBC-4DD9-A6D3-CE42906E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First material discrepancy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23E60-0059-4F02-B9FA-A206093E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E7D57-A06F-4F7B-8A3E-7E101983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CORRECTION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FFFFB-DBEC-46D7-862C-F350F68B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New author 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7652F-3A07-47D4-B667-2CB3D50D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9FC87-DE69-48D5-BCC9-424A400D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CB918-C94E-44EE-8378-F827C34F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Reviewer reruns affected step</a:t>
            </a:r>
          </a:p>
        </p:txBody>
      </p:sp>
    </p:spTree>
    <p:extLst>
      <p:ext uri="{BB962C8B-B14F-4D97-AF65-F5344CB8AC3E}">
        <p14:creationId xmlns:p14="http://schemas.microsoft.com/office/powerpoint/2010/main" val="9856003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967EA-39DD-44CB-BA05-47834EA9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Reproduction status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5884A-13F2-4076-99C5-B0F81A55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3CF97-450D-45DB-977C-37047364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E942E-D740-42F3-9F92-ECD8C0DE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238250" y="1381125"/>
          <a:ext xmlns:a="http://schemas.openxmlformats.org/drawingml/2006/main" cx="9715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7000875"/>
              </a:tblGrid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Target agrees under the declared criterion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Partial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Some target outputs agree and scope is explicit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Inconclusive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Access or resources prevent the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Different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Execution completes but exceeds tolerance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Blocked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Setup cannot reach the target output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C6BC1-13F8-4E0E-A452-F91A8209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810250"/>
            <a:ext cx="695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A021B-64EF-4AA7-8173-DADB200E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89597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describes evidence. It is not a grade by itself.</a:t>
            </a:r>
          </a:p>
        </p:txBody>
      </p:sp>
    </p:spTree>
    <p:extLst>
      <p:ext uri="{BB962C8B-B14F-4D97-AF65-F5344CB8AC3E}">
        <p14:creationId xmlns:p14="http://schemas.microsoft.com/office/powerpoint/2010/main" val="20712712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BAB7A-2548-40AA-A64E-D0CC0534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Focused review comment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0F234-C09F-4049-BB18-55DE6F48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C6651-C5A6-4F1B-B0B0-B072C951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46354-22E4-42F4-B82B-06DD037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9108B-C2FD-41B8-85B9-3F04F8C5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C8E70-645B-440B-8832-10F98C85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EA1E-E738-417C-A7EF-F650C828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exact file or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32157-C71B-476A-9D5B-CBAF86D0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D2E2E-3282-4624-9402-CC8632C1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8638A-2A15-4344-9DA1-006808A1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D7E07-AC9E-4491-A57F-06A54C1F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32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+ command +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6327A-3C00-452E-AD42-08A94222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E7B9D-A3D9-4EA7-8911-00F5AC53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6A1FE-618F-4315-ADAB-81AB2D2E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CONSEQUENCE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F2853-BF43-4EF3-A1A4-ACEB7F99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affected step or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1FBAE-E0AD-4423-91CD-478BF9CE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729A9-1F94-4E7D-8096-F54991D7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20A34-8115-4544-A468-561169F4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C7BD7-09FF-4B20-BAB9-13D5DBB2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smallest correction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DC341-BE2A-4709-BDF6-C4B73B78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0FAF0-1A7B-4BC2-88E2-AC9CAF2A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B0D23-3C37-4DD9-8F9E-D8D0322C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6851A-BC34-4FEF-A8F5-6047A664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rerun or comparison</a:t>
            </a:r>
          </a:p>
        </p:txBody>
      </p:sp>
    </p:spTree>
    <p:extLst>
      <p:ext uri="{BB962C8B-B14F-4D97-AF65-F5344CB8AC3E}">
        <p14:creationId xmlns:p14="http://schemas.microsoft.com/office/powerpoint/2010/main" val="8688314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AD25CD-4D1E-4FAF-ADDF-C5991E36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Draft report anatomy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D4799-6538-436B-BC6E-B387C921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C7426-028D-4473-B29B-1954CBDE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06DFF-E930-43C8-9857-21BCE1A2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9162C-27C2-4D91-A24F-B5D3F20F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85875"/>
            <a:ext cx="8096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6F8D0-11ED-4E71-A9D4-E4CE5970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19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513F9-A19B-4F55-A8F1-E29CB01C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001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bounded contribution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A58B2-0859-4EA7-8933-FBF3BA16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71675"/>
            <a:ext cx="7762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23D93-5780-49ED-8EEA-30A33553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050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40075-0B11-44F8-A2C0-CC9E0DB0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0859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related work +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F4D6D-9111-4463-A75B-A90D03C9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57475"/>
            <a:ext cx="7429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9D0ED-F7AD-4D53-B2AF-D70D95B0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908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6EF81-D55E-4BD9-8231-3EB633FA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baseline + protocol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6DFBC-D083-4D90-973C-8B45D536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343275"/>
            <a:ext cx="7096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F48B5-5A4F-4004-A886-3D8D5A9C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76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D5B77-E280-40A3-A5A1-7EF39446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57575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results + uncertainty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57135-6E90-48C8-A9D8-6561EAA1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029075"/>
            <a:ext cx="6762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89717-B181-4AE1-AB3D-AE4C7122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624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B6AE2-31DA-4E95-A6DF-67AC8187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43375"/>
            <a:ext cx="340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threats + consequence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F978D-A270-474F-81E5-1C427777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14875"/>
            <a:ext cx="6429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9D783-C8FC-42F1-AEB7-4F0468EA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48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REPRODUCE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A54F1B-A776-47D9-84B0-56A12763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291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commit + command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2DBB1-D3A5-498A-B46A-5655B108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400675"/>
            <a:ext cx="609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3186B-AF0F-4CE9-8151-EAD4FF1F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340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8D417-A3F1-4A17-8E64-2B9D6734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51497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discriminating experiment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4AE0F-ECF0-45B4-B402-2F32247C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66875"/>
            <a:ext cx="2381250" cy="3476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A299A-3719-4F37-8EBA-C53962E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80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table</a:t>
            </a:r>
          </a:p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figure</a:t>
            </a:r>
          </a:p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a source</a:t>
            </a:r>
          </a:p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 generating</a:t>
            </a:r>
          </a:p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command.</a:t>
            </a:r>
          </a:p>
        </p:txBody>
      </p:sp>
    </p:spTree>
    <p:extLst>
      <p:ext uri="{BB962C8B-B14F-4D97-AF65-F5344CB8AC3E}">
        <p14:creationId xmlns:p14="http://schemas.microsoft.com/office/powerpoint/2010/main" val="2875178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088C2-ABAB-442F-8A55-180E1EC8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limitation to research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73AB7-E7CB-41B4-AB92-AB39AF50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A3BAB-168B-4FE8-AF5D-8C327709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049A5-B1E1-443F-9ED7-9567D815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4F33E-A6AE-4D93-98D1-87C20A4A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BC3AF-C289-434D-AFEB-97B6D9C1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LIMITATION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7E9A4-D0F0-4A2F-BFCB-4908A8D3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6D9B2-692D-44C8-8FFB-A01DE47C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4B466-D752-4CF6-BD16-FC9D83E5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413DC-1E5B-4EAC-B134-624A1A45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36CF5-C995-4FF9-B421-81ECD48B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explanation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B408C-DA73-4497-B162-E77FF17B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26075-FB6B-4273-BF1F-C04610A5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88F13-9E68-489E-B6A0-B20F30BA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58127-22D8-4712-9127-2BF90EAB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separates alternatives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6A3EB-E1D3-41FF-8C01-D61680A2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C4428-03CB-4A78-B298-843C4892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80C59-E657-45D9-97D8-C357611E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FEE67-1D22-4700-909B-E569F9F4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changes conclusion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D8AE8-39FD-4700-AD35-44AE9743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450E9-8932-461A-9FC5-503480EE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19F03-10A9-468C-8177-FD06363B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CB072-750A-4713-8CE0-7F807E4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+ skills + approvals</a:t>
            </a:r>
          </a:p>
        </p:txBody>
      </p:sp>
    </p:spTree>
    <p:extLst>
      <p:ext uri="{BB962C8B-B14F-4D97-AF65-F5344CB8AC3E}">
        <p14:creationId xmlns:p14="http://schemas.microsoft.com/office/powerpoint/2010/main" val="3764286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70D10-7965-441A-A6C5-09B3FD5F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13 deliverable and 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C2B00-2217-4270-BA21-256EFDEC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50356-5D78-4C5B-A996-AE036F19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ADAEC-70F3-45EA-89C4-1E4C020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1268B-7D5B-4284-8641-D441F622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31A33-DE45-45EF-A126-53FAC8B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F2345-8088-49AF-9410-25621C5B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reproduction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2CBDD-F85E-41F4-934D-E2156D2F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0EB78-78BD-4DFD-B7DB-09BFB3BE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COMMENT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6E771-499C-4088-80C6-A93426A6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Focused issue and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42B74-DC22-4753-870E-D495DBFD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4D482-3477-477D-92D1-3DA9EA81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CORRECTION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00626-EEF4-4495-B52A-53471BDC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57400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New commit and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4CF75-1405-40BD-AF15-08B5035A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086FD-69C6-4EA4-83A8-8F240C2B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639E8-9031-44F1-99CB-782BBB87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Claims aligned with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20EF8-3FCB-4FA8-A65E-8BB18A31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DBEEB-A94E-49DD-81CC-0C824A6F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5EA4F-9CDB-41E5-8213-C6BE24C9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 that can change conclusion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A7296-BB92-4375-9011-B03808A1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3BCBC-39EE-4477-AE85-BFDB835C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81A94-8F53-4AD5-A8C0-75F64B65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29125"/>
            <a:ext cx="298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was established and what remains?</a:t>
            </a:r>
          </a:p>
        </p:txBody>
      </p:sp>
    </p:spTree>
    <p:extLst>
      <p:ext uri="{BB962C8B-B14F-4D97-AF65-F5344CB8AC3E}">
        <p14:creationId xmlns:p14="http://schemas.microsoft.com/office/powerpoint/2010/main" val="24602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2026-09-11T08:23:50.4450000Z</dcterms:created>
  <dcterms:modified xsi:type="dcterms:W3CDTF">2026-09-11T08:23:50.4450000Z</dcterms:modified>
</coreProperties>
</file>